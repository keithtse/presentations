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6" r:id="rId7"/>
    <p:sldId id="268" r:id="rId8"/>
    <p:sldId id="260" r:id="rId9"/>
    <p:sldId id="270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D0D3A5-5D1F-4D77-86DC-8FD82AB9CF37}" v="1515" dt="2026-04-10T22:12:50.7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ith Tse" userId="aa086574cb37ac2e" providerId="LiveId" clId="{00D06775-166A-4507-9036-A09E6CB585C3}"/>
    <pc:docChg chg="undo custSel addSld delSld modSld sldOrd">
      <pc:chgData name="Keith Tse" userId="aa086574cb37ac2e" providerId="LiveId" clId="{00D06775-166A-4507-9036-A09E6CB585C3}" dt="2026-04-10T22:12:50.749" v="4153"/>
      <pc:docMkLst>
        <pc:docMk/>
      </pc:docMkLst>
      <pc:sldChg chg="modSp mod">
        <pc:chgData name="Keith Tse" userId="aa086574cb37ac2e" providerId="LiveId" clId="{00D06775-166A-4507-9036-A09E6CB585C3}" dt="2026-04-10T21:43:03.533" v="3140" actId="1076"/>
        <pc:sldMkLst>
          <pc:docMk/>
          <pc:sldMk cId="2289067567" sldId="256"/>
        </pc:sldMkLst>
        <pc:spChg chg="mod">
          <ac:chgData name="Keith Tse" userId="aa086574cb37ac2e" providerId="LiveId" clId="{00D06775-166A-4507-9036-A09E6CB585C3}" dt="2026-04-10T21:43:00.977" v="3139" actId="1076"/>
          <ac:spMkLst>
            <pc:docMk/>
            <pc:sldMk cId="2289067567" sldId="256"/>
            <ac:spMk id="2" creationId="{6CB31055-BBB5-86A1-48AE-DEE05CCC174A}"/>
          </ac:spMkLst>
        </pc:spChg>
        <pc:spChg chg="mod">
          <ac:chgData name="Keith Tse" userId="aa086574cb37ac2e" providerId="LiveId" clId="{00D06775-166A-4507-9036-A09E6CB585C3}" dt="2026-04-10T21:43:03.533" v="3140" actId="1076"/>
          <ac:spMkLst>
            <pc:docMk/>
            <pc:sldMk cId="2289067567" sldId="256"/>
            <ac:spMk id="3" creationId="{62464485-54B2-56E7-0461-DF5DB7553EB9}"/>
          </ac:spMkLst>
        </pc:spChg>
      </pc:sldChg>
      <pc:sldChg chg="addSp modSp new mod modAnim">
        <pc:chgData name="Keith Tse" userId="aa086574cb37ac2e" providerId="LiveId" clId="{00D06775-166A-4507-9036-A09E6CB585C3}" dt="2026-04-10T22:07:59.518" v="3972" actId="1076"/>
        <pc:sldMkLst>
          <pc:docMk/>
          <pc:sldMk cId="1699039585" sldId="257"/>
        </pc:sldMkLst>
        <pc:spChg chg="mod">
          <ac:chgData name="Keith Tse" userId="aa086574cb37ac2e" providerId="LiveId" clId="{00D06775-166A-4507-9036-A09E6CB585C3}" dt="2026-04-10T16:25:31.666" v="335" actId="20577"/>
          <ac:spMkLst>
            <pc:docMk/>
            <pc:sldMk cId="1699039585" sldId="257"/>
            <ac:spMk id="2" creationId="{637D4F7D-AB0B-9F4A-1008-30CB78F1656A}"/>
          </ac:spMkLst>
        </pc:spChg>
        <pc:spChg chg="mod">
          <ac:chgData name="Keith Tse" userId="aa086574cb37ac2e" providerId="LiveId" clId="{00D06775-166A-4507-9036-A09E6CB585C3}" dt="2026-04-10T21:43:28.574" v="3142" actId="14100"/>
          <ac:spMkLst>
            <pc:docMk/>
            <pc:sldMk cId="1699039585" sldId="257"/>
            <ac:spMk id="3" creationId="{BB45010C-CC42-0AA9-37C5-8699EC5B7189}"/>
          </ac:spMkLst>
        </pc:spChg>
        <pc:spChg chg="add mod">
          <ac:chgData name="Keith Tse" userId="aa086574cb37ac2e" providerId="LiveId" clId="{00D06775-166A-4507-9036-A09E6CB585C3}" dt="2026-04-10T16:27:22" v="589" actId="20577"/>
          <ac:spMkLst>
            <pc:docMk/>
            <pc:sldMk cId="1699039585" sldId="257"/>
            <ac:spMk id="4" creationId="{B8386621-FF1E-AF8D-054E-AF54DC35AADF}"/>
          </ac:spMkLst>
        </pc:spChg>
        <pc:spChg chg="add mod">
          <ac:chgData name="Keith Tse" userId="aa086574cb37ac2e" providerId="LiveId" clId="{00D06775-166A-4507-9036-A09E6CB585C3}" dt="2026-04-10T21:44:51.397" v="3150" actId="14100"/>
          <ac:spMkLst>
            <pc:docMk/>
            <pc:sldMk cId="1699039585" sldId="257"/>
            <ac:spMk id="5" creationId="{4B5AE357-04DF-B3D6-C7CE-C7BA6225B383}"/>
          </ac:spMkLst>
        </pc:spChg>
        <pc:spChg chg="add mod">
          <ac:chgData name="Keith Tse" userId="aa086574cb37ac2e" providerId="LiveId" clId="{00D06775-166A-4507-9036-A09E6CB585C3}" dt="2026-04-10T16:32:00.428" v="754" actId="20577"/>
          <ac:spMkLst>
            <pc:docMk/>
            <pc:sldMk cId="1699039585" sldId="257"/>
            <ac:spMk id="6" creationId="{2E959F22-DB81-2319-B301-E20C35E56CAC}"/>
          </ac:spMkLst>
        </pc:spChg>
        <pc:spChg chg="add mod">
          <ac:chgData name="Keith Tse" userId="aa086574cb37ac2e" providerId="LiveId" clId="{00D06775-166A-4507-9036-A09E6CB585C3}" dt="2026-04-10T21:45:06.307" v="3161" actId="6549"/>
          <ac:spMkLst>
            <pc:docMk/>
            <pc:sldMk cId="1699039585" sldId="257"/>
            <ac:spMk id="7" creationId="{45E17062-F585-ADF3-580D-768014BFFB66}"/>
          </ac:spMkLst>
        </pc:spChg>
        <pc:spChg chg="add mod">
          <ac:chgData name="Keith Tse" userId="aa086574cb37ac2e" providerId="LiveId" clId="{00D06775-166A-4507-9036-A09E6CB585C3}" dt="2026-04-10T22:07:59.518" v="3972" actId="1076"/>
          <ac:spMkLst>
            <pc:docMk/>
            <pc:sldMk cId="1699039585" sldId="257"/>
            <ac:spMk id="9" creationId="{C73E16A9-93FD-EFD4-C082-A3084DF1A8E6}"/>
          </ac:spMkLst>
        </pc:spChg>
      </pc:sldChg>
      <pc:sldChg chg="addSp modSp new mod modAnim">
        <pc:chgData name="Keith Tse" userId="aa086574cb37ac2e" providerId="LiveId" clId="{00D06775-166A-4507-9036-A09E6CB585C3}" dt="2026-04-10T22:08:58.536" v="4006"/>
        <pc:sldMkLst>
          <pc:docMk/>
          <pc:sldMk cId="37059793" sldId="258"/>
        </pc:sldMkLst>
        <pc:spChg chg="mod">
          <ac:chgData name="Keith Tse" userId="aa086574cb37ac2e" providerId="LiveId" clId="{00D06775-166A-4507-9036-A09E6CB585C3}" dt="2026-04-10T16:34:58.673" v="918" actId="20577"/>
          <ac:spMkLst>
            <pc:docMk/>
            <pc:sldMk cId="37059793" sldId="258"/>
            <ac:spMk id="2" creationId="{537BC2AA-DC69-975F-AE21-33EC7524F04C}"/>
          </ac:spMkLst>
        </pc:spChg>
        <pc:spChg chg="mod">
          <ac:chgData name="Keith Tse" userId="aa086574cb37ac2e" providerId="LiveId" clId="{00D06775-166A-4507-9036-A09E6CB585C3}" dt="2026-04-10T21:45:43.076" v="3172" actId="20577"/>
          <ac:spMkLst>
            <pc:docMk/>
            <pc:sldMk cId="37059793" sldId="258"/>
            <ac:spMk id="3" creationId="{7663F6C5-53A0-F4B5-56A1-69DD8E8A3721}"/>
          </ac:spMkLst>
        </pc:spChg>
        <pc:spChg chg="add mod">
          <ac:chgData name="Keith Tse" userId="aa086574cb37ac2e" providerId="LiveId" clId="{00D06775-166A-4507-9036-A09E6CB585C3}" dt="2026-04-10T16:36:20.287" v="1019" actId="20577"/>
          <ac:spMkLst>
            <pc:docMk/>
            <pc:sldMk cId="37059793" sldId="258"/>
            <ac:spMk id="4" creationId="{FA28FB7D-5FDB-F2FC-D44B-1CC33FBA9ED3}"/>
          </ac:spMkLst>
        </pc:spChg>
        <pc:spChg chg="add mod">
          <ac:chgData name="Keith Tse" userId="aa086574cb37ac2e" providerId="LiveId" clId="{00D06775-166A-4507-9036-A09E6CB585C3}" dt="2026-04-10T22:02:32.509" v="3904" actId="1076"/>
          <ac:spMkLst>
            <pc:docMk/>
            <pc:sldMk cId="37059793" sldId="258"/>
            <ac:spMk id="5" creationId="{0DA4A1E4-8BC8-0B37-DDE7-7A96540BB7D4}"/>
          </ac:spMkLst>
        </pc:spChg>
        <pc:spChg chg="add mod">
          <ac:chgData name="Keith Tse" userId="aa086574cb37ac2e" providerId="LiveId" clId="{00D06775-166A-4507-9036-A09E6CB585C3}" dt="2026-04-10T22:08:43.375" v="4001" actId="1076"/>
          <ac:spMkLst>
            <pc:docMk/>
            <pc:sldMk cId="37059793" sldId="258"/>
            <ac:spMk id="6" creationId="{02DB280E-C56C-FD40-85B3-24C9105CEAC7}"/>
          </ac:spMkLst>
        </pc:spChg>
        <pc:spChg chg="add mod">
          <ac:chgData name="Keith Tse" userId="aa086574cb37ac2e" providerId="LiveId" clId="{00D06775-166A-4507-9036-A09E6CB585C3}" dt="2026-04-10T22:02:36.721" v="3905" actId="1076"/>
          <ac:spMkLst>
            <pc:docMk/>
            <pc:sldMk cId="37059793" sldId="258"/>
            <ac:spMk id="8" creationId="{622D0DE0-2BAB-885E-617E-B6593728651C}"/>
          </ac:spMkLst>
        </pc:spChg>
        <pc:spChg chg="add mod">
          <ac:chgData name="Keith Tse" userId="aa086574cb37ac2e" providerId="LiveId" clId="{00D06775-166A-4507-9036-A09E6CB585C3}" dt="2026-04-10T22:02:48.108" v="3908" actId="1076"/>
          <ac:spMkLst>
            <pc:docMk/>
            <pc:sldMk cId="37059793" sldId="258"/>
            <ac:spMk id="10" creationId="{3B849888-969C-6362-1607-4F8C7D0B9B50}"/>
          </ac:spMkLst>
        </pc:spChg>
        <pc:spChg chg="add mod">
          <ac:chgData name="Keith Tse" userId="aa086574cb37ac2e" providerId="LiveId" clId="{00D06775-166A-4507-9036-A09E6CB585C3}" dt="2026-04-10T22:08:34.589" v="3998" actId="6549"/>
          <ac:spMkLst>
            <pc:docMk/>
            <pc:sldMk cId="37059793" sldId="258"/>
            <ac:spMk id="12" creationId="{4FB4CD34-3D69-7F1B-8853-552D094B2C0A}"/>
          </ac:spMkLst>
        </pc:spChg>
        <pc:spChg chg="add mod">
          <ac:chgData name="Keith Tse" userId="aa086574cb37ac2e" providerId="LiveId" clId="{00D06775-166A-4507-9036-A09E6CB585C3}" dt="2026-04-10T22:08:57.409" v="4005" actId="1076"/>
          <ac:spMkLst>
            <pc:docMk/>
            <pc:sldMk cId="37059793" sldId="258"/>
            <ac:spMk id="14" creationId="{5E8DE772-22BA-C935-63F2-D46CD79E7B0D}"/>
          </ac:spMkLst>
        </pc:spChg>
        <pc:spChg chg="add mod">
          <ac:chgData name="Keith Tse" userId="aa086574cb37ac2e" providerId="LiveId" clId="{00D06775-166A-4507-9036-A09E6CB585C3}" dt="2026-04-10T22:02:27.446" v="3903" actId="403"/>
          <ac:spMkLst>
            <pc:docMk/>
            <pc:sldMk cId="37059793" sldId="258"/>
            <ac:spMk id="16" creationId="{6A389E9E-F51E-A7A9-4C65-612555254BC2}"/>
          </ac:spMkLst>
        </pc:spChg>
        <pc:spChg chg="add mod">
          <ac:chgData name="Keith Tse" userId="aa086574cb37ac2e" providerId="LiveId" clId="{00D06775-166A-4507-9036-A09E6CB585C3}" dt="2026-04-10T22:08:39.102" v="3999" actId="1076"/>
          <ac:spMkLst>
            <pc:docMk/>
            <pc:sldMk cId="37059793" sldId="258"/>
            <ac:spMk id="18" creationId="{EB310DD8-34BB-5562-5B2A-6D6D2EF96099}"/>
          </ac:spMkLst>
        </pc:spChg>
        <pc:spChg chg="add mod">
          <ac:chgData name="Keith Tse" userId="aa086574cb37ac2e" providerId="LiveId" clId="{00D06775-166A-4507-9036-A09E6CB585C3}" dt="2026-04-10T22:02:39.977" v="3906" actId="1076"/>
          <ac:spMkLst>
            <pc:docMk/>
            <pc:sldMk cId="37059793" sldId="258"/>
            <ac:spMk id="19" creationId="{7D754839-8E1E-BCE4-7E4F-BD7CCFA2BFDD}"/>
          </ac:spMkLst>
        </pc:spChg>
        <pc:spChg chg="add mod">
          <ac:chgData name="Keith Tse" userId="aa086574cb37ac2e" providerId="LiveId" clId="{00D06775-166A-4507-9036-A09E6CB585C3}" dt="2026-04-10T22:08:51.009" v="4003" actId="1076"/>
          <ac:spMkLst>
            <pc:docMk/>
            <pc:sldMk cId="37059793" sldId="258"/>
            <ac:spMk id="21" creationId="{9E89D17C-194B-565C-5579-2D57BDA3401F}"/>
          </ac:spMkLst>
        </pc:spChg>
      </pc:sldChg>
      <pc:sldChg chg="addSp modSp new mod modAnim">
        <pc:chgData name="Keith Tse" userId="aa086574cb37ac2e" providerId="LiveId" clId="{00D06775-166A-4507-9036-A09E6CB585C3}" dt="2026-04-10T22:09:21.581" v="4013"/>
        <pc:sldMkLst>
          <pc:docMk/>
          <pc:sldMk cId="1317234970" sldId="259"/>
        </pc:sldMkLst>
        <pc:spChg chg="mod">
          <ac:chgData name="Keith Tse" userId="aa086574cb37ac2e" providerId="LiveId" clId="{00D06775-166A-4507-9036-A09E6CB585C3}" dt="2026-04-10T16:42:35.668" v="1557" actId="313"/>
          <ac:spMkLst>
            <pc:docMk/>
            <pc:sldMk cId="1317234970" sldId="259"/>
            <ac:spMk id="2" creationId="{BC7A6EAB-B34B-0E8E-F476-9098A5F5F9EC}"/>
          </ac:spMkLst>
        </pc:spChg>
        <pc:spChg chg="mod">
          <ac:chgData name="Keith Tse" userId="aa086574cb37ac2e" providerId="LiveId" clId="{00D06775-166A-4507-9036-A09E6CB585C3}" dt="2026-04-10T21:04:09.894" v="1869" actId="1076"/>
          <ac:spMkLst>
            <pc:docMk/>
            <pc:sldMk cId="1317234970" sldId="259"/>
            <ac:spMk id="3" creationId="{FEE2B10E-D28D-6D55-5A55-D1F0E17057CA}"/>
          </ac:spMkLst>
        </pc:spChg>
        <pc:spChg chg="add mod">
          <ac:chgData name="Keith Tse" userId="aa086574cb37ac2e" providerId="LiveId" clId="{00D06775-166A-4507-9036-A09E6CB585C3}" dt="2026-04-10T22:09:11.181" v="4010" actId="6549"/>
          <ac:spMkLst>
            <pc:docMk/>
            <pc:sldMk cId="1317234970" sldId="259"/>
            <ac:spMk id="4" creationId="{622A8F98-DB56-E31F-B02A-F454C2D0D3DF}"/>
          </ac:spMkLst>
        </pc:spChg>
        <pc:spChg chg="add mod">
          <ac:chgData name="Keith Tse" userId="aa086574cb37ac2e" providerId="LiveId" clId="{00D06775-166A-4507-9036-A09E6CB585C3}" dt="2026-04-10T21:01:15.305" v="1808" actId="20577"/>
          <ac:spMkLst>
            <pc:docMk/>
            <pc:sldMk cId="1317234970" sldId="259"/>
            <ac:spMk id="5" creationId="{6E32A188-FB93-67ED-0CE6-F6C83FC2549C}"/>
          </ac:spMkLst>
        </pc:spChg>
        <pc:spChg chg="add mod">
          <ac:chgData name="Keith Tse" userId="aa086574cb37ac2e" providerId="LiveId" clId="{00D06775-166A-4507-9036-A09E6CB585C3}" dt="2026-04-10T21:04:02.695" v="1868" actId="20577"/>
          <ac:spMkLst>
            <pc:docMk/>
            <pc:sldMk cId="1317234970" sldId="259"/>
            <ac:spMk id="6" creationId="{C9B06701-3E0F-B55E-784C-72F202421D1C}"/>
          </ac:spMkLst>
        </pc:spChg>
        <pc:spChg chg="add mod">
          <ac:chgData name="Keith Tse" userId="aa086574cb37ac2e" providerId="LiveId" clId="{00D06775-166A-4507-9036-A09E6CB585C3}" dt="2026-04-10T21:51:54.478" v="3426" actId="1076"/>
          <ac:spMkLst>
            <pc:docMk/>
            <pc:sldMk cId="1317234970" sldId="259"/>
            <ac:spMk id="7" creationId="{89D1E97D-48B3-AF57-F4BA-99699CE9CCD7}"/>
          </ac:spMkLst>
        </pc:spChg>
        <pc:spChg chg="add mod">
          <ac:chgData name="Keith Tse" userId="aa086574cb37ac2e" providerId="LiveId" clId="{00D06775-166A-4507-9036-A09E6CB585C3}" dt="2026-04-10T21:52:01.433" v="3428" actId="114"/>
          <ac:spMkLst>
            <pc:docMk/>
            <pc:sldMk cId="1317234970" sldId="259"/>
            <ac:spMk id="8" creationId="{3BB60399-1BB0-8268-C41A-0C14553C40EF}"/>
          </ac:spMkLst>
        </pc:spChg>
      </pc:sldChg>
      <pc:sldChg chg="addSp delSp modSp new mod modAnim">
        <pc:chgData name="Keith Tse" userId="aa086574cb37ac2e" providerId="LiveId" clId="{00D06775-166A-4507-9036-A09E6CB585C3}" dt="2026-04-10T22:12:50.749" v="4153"/>
        <pc:sldMkLst>
          <pc:docMk/>
          <pc:sldMk cId="4185128997" sldId="260"/>
        </pc:sldMkLst>
        <pc:spChg chg="mod">
          <ac:chgData name="Keith Tse" userId="aa086574cb37ac2e" providerId="LiveId" clId="{00D06775-166A-4507-9036-A09E6CB585C3}" dt="2026-04-10T16:45:37.515" v="1736" actId="20577"/>
          <ac:spMkLst>
            <pc:docMk/>
            <pc:sldMk cId="4185128997" sldId="260"/>
            <ac:spMk id="2" creationId="{AB8DF856-F85A-4948-1576-57DF55B32CFF}"/>
          </ac:spMkLst>
        </pc:spChg>
        <pc:spChg chg="mod">
          <ac:chgData name="Keith Tse" userId="aa086574cb37ac2e" providerId="LiveId" clId="{00D06775-166A-4507-9036-A09E6CB585C3}" dt="2026-04-10T22:10:10.230" v="4034" actId="255"/>
          <ac:spMkLst>
            <pc:docMk/>
            <pc:sldMk cId="4185128997" sldId="260"/>
            <ac:spMk id="3" creationId="{C2ECC6C2-BEC9-60A4-8A4F-B8EB922AB15B}"/>
          </ac:spMkLst>
        </pc:spChg>
        <pc:spChg chg="add mod">
          <ac:chgData name="Keith Tse" userId="aa086574cb37ac2e" providerId="LiveId" clId="{00D06775-166A-4507-9036-A09E6CB585C3}" dt="2026-04-10T22:10:18.844" v="4036" actId="255"/>
          <ac:spMkLst>
            <pc:docMk/>
            <pc:sldMk cId="4185128997" sldId="260"/>
            <ac:spMk id="4" creationId="{1C17DA66-2C83-A8BB-DC8C-E69015A79025}"/>
          </ac:spMkLst>
        </pc:spChg>
        <pc:spChg chg="add mod">
          <ac:chgData name="Keith Tse" userId="aa086574cb37ac2e" providerId="LiveId" clId="{00D06775-166A-4507-9036-A09E6CB585C3}" dt="2026-04-10T22:11:26.157" v="4078" actId="1076"/>
          <ac:spMkLst>
            <pc:docMk/>
            <pc:sldMk cId="4185128997" sldId="260"/>
            <ac:spMk id="5" creationId="{183879C4-2ACC-A670-303E-716FC64EBA34}"/>
          </ac:spMkLst>
        </pc:spChg>
        <pc:spChg chg="add mod">
          <ac:chgData name="Keith Tse" userId="aa086574cb37ac2e" providerId="LiveId" clId="{00D06775-166A-4507-9036-A09E6CB585C3}" dt="2026-04-10T22:11:42.210" v="4083" actId="1076"/>
          <ac:spMkLst>
            <pc:docMk/>
            <pc:sldMk cId="4185128997" sldId="260"/>
            <ac:spMk id="6" creationId="{98D1CAF5-D4BB-C6C1-D268-D96E26AF9E9F}"/>
          </ac:spMkLst>
        </pc:spChg>
        <pc:spChg chg="add del mod">
          <ac:chgData name="Keith Tse" userId="aa086574cb37ac2e" providerId="LiveId" clId="{00D06775-166A-4507-9036-A09E6CB585C3}" dt="2026-04-10T21:34:07.641" v="3041" actId="478"/>
          <ac:spMkLst>
            <pc:docMk/>
            <pc:sldMk cId="4185128997" sldId="260"/>
            <ac:spMk id="7" creationId="{900A5944-781F-4F0F-8AC1-265ED01C0A8C}"/>
          </ac:spMkLst>
        </pc:spChg>
        <pc:spChg chg="add mod">
          <ac:chgData name="Keith Tse" userId="aa086574cb37ac2e" providerId="LiveId" clId="{00D06775-166A-4507-9036-A09E6CB585C3}" dt="2026-04-10T22:11:30.056" v="4079" actId="1076"/>
          <ac:spMkLst>
            <pc:docMk/>
            <pc:sldMk cId="4185128997" sldId="260"/>
            <ac:spMk id="8" creationId="{8AE9C242-296A-79A8-8F0F-4A35EDD2E0AE}"/>
          </ac:spMkLst>
        </pc:spChg>
        <pc:spChg chg="add mod">
          <ac:chgData name="Keith Tse" userId="aa086574cb37ac2e" providerId="LiveId" clId="{00D06775-166A-4507-9036-A09E6CB585C3}" dt="2026-04-10T22:11:35.139" v="4081" actId="1076"/>
          <ac:spMkLst>
            <pc:docMk/>
            <pc:sldMk cId="4185128997" sldId="260"/>
            <ac:spMk id="9" creationId="{1CD94679-6CF2-04C1-A605-730D9F679883}"/>
          </ac:spMkLst>
        </pc:spChg>
        <pc:spChg chg="add mod">
          <ac:chgData name="Keith Tse" userId="aa086574cb37ac2e" providerId="LiveId" clId="{00D06775-166A-4507-9036-A09E6CB585C3}" dt="2026-04-10T22:11:46.423" v="4084" actId="1076"/>
          <ac:spMkLst>
            <pc:docMk/>
            <pc:sldMk cId="4185128997" sldId="260"/>
            <ac:spMk id="10" creationId="{8022BC9A-2A34-CBED-A39B-B7D375AAEC96}"/>
          </ac:spMkLst>
        </pc:spChg>
        <pc:spChg chg="add mod">
          <ac:chgData name="Keith Tse" userId="aa086574cb37ac2e" providerId="LiveId" clId="{00D06775-166A-4507-9036-A09E6CB585C3}" dt="2026-04-10T22:11:54.845" v="4086" actId="1076"/>
          <ac:spMkLst>
            <pc:docMk/>
            <pc:sldMk cId="4185128997" sldId="260"/>
            <ac:spMk id="11" creationId="{72D13FE3-11A1-DB4E-8829-C3E6C06CCBBC}"/>
          </ac:spMkLst>
        </pc:spChg>
        <pc:spChg chg="add mod">
          <ac:chgData name="Keith Tse" userId="aa086574cb37ac2e" providerId="LiveId" clId="{00D06775-166A-4507-9036-A09E6CB585C3}" dt="2026-04-10T22:11:37.507" v="4082" actId="1076"/>
          <ac:spMkLst>
            <pc:docMk/>
            <pc:sldMk cId="4185128997" sldId="260"/>
            <ac:spMk id="12" creationId="{D94C5555-336F-3FE6-1225-69A428D3710E}"/>
          </ac:spMkLst>
        </pc:spChg>
        <pc:spChg chg="add mod">
          <ac:chgData name="Keith Tse" userId="aa086574cb37ac2e" providerId="LiveId" clId="{00D06775-166A-4507-9036-A09E6CB585C3}" dt="2026-04-10T22:11:33.101" v="4080" actId="1076"/>
          <ac:spMkLst>
            <pc:docMk/>
            <pc:sldMk cId="4185128997" sldId="260"/>
            <ac:spMk id="13" creationId="{218A4BE5-4B55-711C-4AD4-ACA7DE2AD97E}"/>
          </ac:spMkLst>
        </pc:spChg>
        <pc:spChg chg="add mod">
          <ac:chgData name="Keith Tse" userId="aa086574cb37ac2e" providerId="LiveId" clId="{00D06775-166A-4507-9036-A09E6CB585C3}" dt="2026-04-10T22:12:08.812" v="4139" actId="20577"/>
          <ac:spMkLst>
            <pc:docMk/>
            <pc:sldMk cId="4185128997" sldId="260"/>
            <ac:spMk id="14" creationId="{BFD4EEEE-D083-9FB3-4E1B-BE2AD84132B7}"/>
          </ac:spMkLst>
        </pc:spChg>
        <pc:spChg chg="add mod">
          <ac:chgData name="Keith Tse" userId="aa086574cb37ac2e" providerId="LiveId" clId="{00D06775-166A-4507-9036-A09E6CB585C3}" dt="2026-04-10T22:11:50.347" v="4085" actId="1076"/>
          <ac:spMkLst>
            <pc:docMk/>
            <pc:sldMk cId="4185128997" sldId="260"/>
            <ac:spMk id="15" creationId="{2A2CDE08-EA40-496A-1C6D-9C429F955BA3}"/>
          </ac:spMkLst>
        </pc:spChg>
      </pc:sldChg>
      <pc:sldChg chg="modSp add ord">
        <pc:chgData name="Keith Tse" userId="aa086574cb37ac2e" providerId="LiveId" clId="{00D06775-166A-4507-9036-A09E6CB585C3}" dt="2026-04-10T22:04:28.648" v="3934" actId="404"/>
        <pc:sldMkLst>
          <pc:docMk/>
          <pc:sldMk cId="2843778057" sldId="261"/>
        </pc:sldMkLst>
        <pc:spChg chg="mod">
          <ac:chgData name="Keith Tse" userId="aa086574cb37ac2e" providerId="LiveId" clId="{00D06775-166A-4507-9036-A09E6CB585C3}" dt="2026-04-10T22:04:07.658" v="3928" actId="404"/>
          <ac:spMkLst>
            <pc:docMk/>
            <pc:sldMk cId="2843778057" sldId="261"/>
            <ac:spMk id="3" creationId="{28668C3A-2084-2B73-E4BD-CF96AD1AB583}"/>
          </ac:spMkLst>
        </pc:spChg>
        <pc:spChg chg="mod">
          <ac:chgData name="Keith Tse" userId="aa086574cb37ac2e" providerId="LiveId" clId="{00D06775-166A-4507-9036-A09E6CB585C3}" dt="2026-04-10T22:04:11.922" v="3929" actId="404"/>
          <ac:spMkLst>
            <pc:docMk/>
            <pc:sldMk cId="2843778057" sldId="261"/>
            <ac:spMk id="4" creationId="{2D836D61-08CD-0132-ABA2-502F9EC49437}"/>
          </ac:spMkLst>
        </pc:spChg>
        <pc:spChg chg="mod">
          <ac:chgData name="Keith Tse" userId="aa086574cb37ac2e" providerId="LiveId" clId="{00D06775-166A-4507-9036-A09E6CB585C3}" dt="2026-04-10T22:04:15.197" v="3930" actId="404"/>
          <ac:spMkLst>
            <pc:docMk/>
            <pc:sldMk cId="2843778057" sldId="261"/>
            <ac:spMk id="5" creationId="{21390C19-9F6A-BD83-921D-E44160F97AFB}"/>
          </ac:spMkLst>
        </pc:spChg>
        <pc:spChg chg="mod">
          <ac:chgData name="Keith Tse" userId="aa086574cb37ac2e" providerId="LiveId" clId="{00D06775-166A-4507-9036-A09E6CB585C3}" dt="2026-04-10T22:04:19.177" v="3931" actId="404"/>
          <ac:spMkLst>
            <pc:docMk/>
            <pc:sldMk cId="2843778057" sldId="261"/>
            <ac:spMk id="6" creationId="{9BABF29D-9CBB-DF79-2E12-0C59E6A9E67C}"/>
          </ac:spMkLst>
        </pc:spChg>
        <pc:spChg chg="mod">
          <ac:chgData name="Keith Tse" userId="aa086574cb37ac2e" providerId="LiveId" clId="{00D06775-166A-4507-9036-A09E6CB585C3}" dt="2026-04-10T22:04:21.965" v="3932" actId="404"/>
          <ac:spMkLst>
            <pc:docMk/>
            <pc:sldMk cId="2843778057" sldId="261"/>
            <ac:spMk id="7" creationId="{564594C9-E15A-A256-056C-EDBD422F6C18}"/>
          </ac:spMkLst>
        </pc:spChg>
        <pc:spChg chg="mod">
          <ac:chgData name="Keith Tse" userId="aa086574cb37ac2e" providerId="LiveId" clId="{00D06775-166A-4507-9036-A09E6CB585C3}" dt="2026-04-10T22:04:25.484" v="3933" actId="404"/>
          <ac:spMkLst>
            <pc:docMk/>
            <pc:sldMk cId="2843778057" sldId="261"/>
            <ac:spMk id="8" creationId="{CDEC7308-A9B7-670E-68C2-93F2BB70A199}"/>
          </ac:spMkLst>
        </pc:spChg>
        <pc:spChg chg="mod">
          <ac:chgData name="Keith Tse" userId="aa086574cb37ac2e" providerId="LiveId" clId="{00D06775-166A-4507-9036-A09E6CB585C3}" dt="2026-04-10T22:04:28.648" v="3934" actId="404"/>
          <ac:spMkLst>
            <pc:docMk/>
            <pc:sldMk cId="2843778057" sldId="261"/>
            <ac:spMk id="9" creationId="{974C7500-61FD-E2AC-0937-34007AEFEF73}"/>
          </ac:spMkLst>
        </pc:spChg>
      </pc:sldChg>
      <pc:sldChg chg="add del">
        <pc:chgData name="Keith Tse" userId="aa086574cb37ac2e" providerId="LiveId" clId="{00D06775-166A-4507-9036-A09E6CB585C3}" dt="2026-04-10T21:01:20.300" v="1810"/>
        <pc:sldMkLst>
          <pc:docMk/>
          <pc:sldMk cId="2251240086" sldId="262"/>
        </pc:sldMkLst>
      </pc:sldChg>
      <pc:sldChg chg="add">
        <pc:chgData name="Keith Tse" userId="aa086574cb37ac2e" providerId="LiveId" clId="{00D06775-166A-4507-9036-A09E6CB585C3}" dt="2026-04-10T21:42:28.947" v="3136"/>
        <pc:sldMkLst>
          <pc:docMk/>
          <pc:sldMk cId="1368499867" sldId="263"/>
        </pc:sldMkLst>
      </pc:sldChg>
      <pc:sldChg chg="add">
        <pc:chgData name="Keith Tse" userId="aa086574cb37ac2e" providerId="LiveId" clId="{00D06775-166A-4507-9036-A09E6CB585C3}" dt="2026-04-10T21:42:38.462" v="3137"/>
        <pc:sldMkLst>
          <pc:docMk/>
          <pc:sldMk cId="814745464" sldId="264"/>
        </pc:sldMkLst>
      </pc:sldChg>
      <pc:sldChg chg="modSp add mod">
        <pc:chgData name="Keith Tse" userId="aa086574cb37ac2e" providerId="LiveId" clId="{00D06775-166A-4507-9036-A09E6CB585C3}" dt="2026-04-10T22:05:35.040" v="3951" actId="1076"/>
        <pc:sldMkLst>
          <pc:docMk/>
          <pc:sldMk cId="2408265365" sldId="266"/>
        </pc:sldMkLst>
        <pc:spChg chg="mod">
          <ac:chgData name="Keith Tse" userId="aa086574cb37ac2e" providerId="LiveId" clId="{00D06775-166A-4507-9036-A09E6CB585C3}" dt="2026-04-10T22:04:35.199" v="3935" actId="404"/>
          <ac:spMkLst>
            <pc:docMk/>
            <pc:sldMk cId="2408265365" sldId="266"/>
            <ac:spMk id="3" creationId="{586C33A8-85A4-0B43-2B8F-EF9486ADB31B}"/>
          </ac:spMkLst>
        </pc:spChg>
        <pc:spChg chg="mod">
          <ac:chgData name="Keith Tse" userId="aa086574cb37ac2e" providerId="LiveId" clId="{00D06775-166A-4507-9036-A09E6CB585C3}" dt="2026-04-10T22:05:29.174" v="3949" actId="1076"/>
          <ac:spMkLst>
            <pc:docMk/>
            <pc:sldMk cId="2408265365" sldId="266"/>
            <ac:spMk id="4" creationId="{2CF508BB-312E-3AE0-69DC-F91DBE82E9CA}"/>
          </ac:spMkLst>
        </pc:spChg>
        <pc:spChg chg="mod">
          <ac:chgData name="Keith Tse" userId="aa086574cb37ac2e" providerId="LiveId" clId="{00D06775-166A-4507-9036-A09E6CB585C3}" dt="2026-04-10T22:05:26.631" v="3948" actId="1076"/>
          <ac:spMkLst>
            <pc:docMk/>
            <pc:sldMk cId="2408265365" sldId="266"/>
            <ac:spMk id="5" creationId="{70F77979-05C4-6409-DB96-5EF309D06239}"/>
          </ac:spMkLst>
        </pc:spChg>
        <pc:spChg chg="mod">
          <ac:chgData name="Keith Tse" userId="aa086574cb37ac2e" providerId="LiveId" clId="{00D06775-166A-4507-9036-A09E6CB585C3}" dt="2026-04-10T22:05:32.165" v="3950" actId="1076"/>
          <ac:spMkLst>
            <pc:docMk/>
            <pc:sldMk cId="2408265365" sldId="266"/>
            <ac:spMk id="6" creationId="{A1FBBAE5-3F46-AD62-7FDF-D9E5B92AE90B}"/>
          </ac:spMkLst>
        </pc:spChg>
        <pc:spChg chg="mod">
          <ac:chgData name="Keith Tse" userId="aa086574cb37ac2e" providerId="LiveId" clId="{00D06775-166A-4507-9036-A09E6CB585C3}" dt="2026-04-10T22:05:35.040" v="3951" actId="1076"/>
          <ac:spMkLst>
            <pc:docMk/>
            <pc:sldMk cId="2408265365" sldId="266"/>
            <ac:spMk id="7" creationId="{9B89B707-F582-933B-148F-43F61F800ED3}"/>
          </ac:spMkLst>
        </pc:spChg>
      </pc:sldChg>
      <pc:sldChg chg="addSp modSp add mod ord modAnim">
        <pc:chgData name="Keith Tse" userId="aa086574cb37ac2e" providerId="LiveId" clId="{00D06775-166A-4507-9036-A09E6CB585C3}" dt="2026-04-10T22:05:21.339" v="3947" actId="1076"/>
        <pc:sldMkLst>
          <pc:docMk/>
          <pc:sldMk cId="1584675513" sldId="268"/>
        </pc:sldMkLst>
        <pc:spChg chg="mod">
          <ac:chgData name="Keith Tse" userId="aa086574cb37ac2e" providerId="LiveId" clId="{00D06775-166A-4507-9036-A09E6CB585C3}" dt="2026-04-10T22:04:56.805" v="3940" actId="404"/>
          <ac:spMkLst>
            <pc:docMk/>
            <pc:sldMk cId="1584675513" sldId="268"/>
            <ac:spMk id="3" creationId="{05E2DA1A-9A48-3E2B-EEAB-B449B275845E}"/>
          </ac:spMkLst>
        </pc:spChg>
        <pc:spChg chg="mod">
          <ac:chgData name="Keith Tse" userId="aa086574cb37ac2e" providerId="LiveId" clId="{00D06775-166A-4507-9036-A09E6CB585C3}" dt="2026-04-10T22:04:59.630" v="3941" actId="404"/>
          <ac:spMkLst>
            <pc:docMk/>
            <pc:sldMk cId="1584675513" sldId="268"/>
            <ac:spMk id="4" creationId="{CA29C1E1-BB9D-3A22-F1D6-2C528B835FA3}"/>
          </ac:spMkLst>
        </pc:spChg>
        <pc:spChg chg="mod">
          <ac:chgData name="Keith Tse" userId="aa086574cb37ac2e" providerId="LiveId" clId="{00D06775-166A-4507-9036-A09E6CB585C3}" dt="2026-04-10T22:05:02.944" v="3942" actId="404"/>
          <ac:spMkLst>
            <pc:docMk/>
            <pc:sldMk cId="1584675513" sldId="268"/>
            <ac:spMk id="5" creationId="{9C6E8F27-C15E-03DE-E5EA-A320D1A5E4BE}"/>
          </ac:spMkLst>
        </pc:spChg>
        <pc:spChg chg="mod">
          <ac:chgData name="Keith Tse" userId="aa086574cb37ac2e" providerId="LiveId" clId="{00D06775-166A-4507-9036-A09E6CB585C3}" dt="2026-04-10T22:05:18.418" v="3946" actId="1076"/>
          <ac:spMkLst>
            <pc:docMk/>
            <pc:sldMk cId="1584675513" sldId="268"/>
            <ac:spMk id="6" creationId="{297FDC22-0B60-70D3-E697-C6293C0AB8A6}"/>
          </ac:spMkLst>
        </pc:spChg>
        <pc:spChg chg="add mod">
          <ac:chgData name="Keith Tse" userId="aa086574cb37ac2e" providerId="LiveId" clId="{00D06775-166A-4507-9036-A09E6CB585C3}" dt="2026-04-10T22:05:21.339" v="3947" actId="1076"/>
          <ac:spMkLst>
            <pc:docMk/>
            <pc:sldMk cId="1584675513" sldId="268"/>
            <ac:spMk id="7" creationId="{370AF431-53A2-44D4-F363-E6F5319DB185}"/>
          </ac:spMkLst>
        </pc:spChg>
      </pc:sldChg>
      <pc:sldChg chg="modSp add del mod">
        <pc:chgData name="Keith Tse" userId="aa086574cb37ac2e" providerId="LiveId" clId="{00D06775-166A-4507-9036-A09E6CB585C3}" dt="2026-04-10T22:06:10.870" v="3957" actId="47"/>
        <pc:sldMkLst>
          <pc:docMk/>
          <pc:sldMk cId="3395886771" sldId="269"/>
        </pc:sldMkLst>
        <pc:spChg chg="mod">
          <ac:chgData name="Keith Tse" userId="aa086574cb37ac2e" providerId="LiveId" clId="{00D06775-166A-4507-9036-A09E6CB585C3}" dt="2026-04-10T21:12:23.708" v="2518" actId="14100"/>
          <ac:spMkLst>
            <pc:docMk/>
            <pc:sldMk cId="3395886771" sldId="269"/>
            <ac:spMk id="2" creationId="{5365D69E-C8AD-038A-1C12-6E58F8640BBD}"/>
          </ac:spMkLst>
        </pc:spChg>
        <pc:spChg chg="mod">
          <ac:chgData name="Keith Tse" userId="aa086574cb37ac2e" providerId="LiveId" clId="{00D06775-166A-4507-9036-A09E6CB585C3}" dt="2026-04-10T22:05:40.780" v="3952" actId="404"/>
          <ac:spMkLst>
            <pc:docMk/>
            <pc:sldMk cId="3395886771" sldId="269"/>
            <ac:spMk id="3" creationId="{701E99BB-1C60-A128-9D01-DA9D05F17D39}"/>
          </ac:spMkLst>
        </pc:spChg>
        <pc:spChg chg="mod">
          <ac:chgData name="Keith Tse" userId="aa086574cb37ac2e" providerId="LiveId" clId="{00D06775-166A-4507-9036-A09E6CB585C3}" dt="2026-04-10T22:05:44.026" v="3953" actId="404"/>
          <ac:spMkLst>
            <pc:docMk/>
            <pc:sldMk cId="3395886771" sldId="269"/>
            <ac:spMk id="4" creationId="{B178B6B0-A7D8-C009-9372-CF035F490A88}"/>
          </ac:spMkLst>
        </pc:spChg>
        <pc:spChg chg="mod">
          <ac:chgData name="Keith Tse" userId="aa086574cb37ac2e" providerId="LiveId" clId="{00D06775-166A-4507-9036-A09E6CB585C3}" dt="2026-04-10T22:05:47.193" v="3954" actId="404"/>
          <ac:spMkLst>
            <pc:docMk/>
            <pc:sldMk cId="3395886771" sldId="269"/>
            <ac:spMk id="5" creationId="{71DDC272-BFA0-AA10-57F1-B675F0111BD2}"/>
          </ac:spMkLst>
        </pc:spChg>
        <pc:spChg chg="mod">
          <ac:chgData name="Keith Tse" userId="aa086574cb37ac2e" providerId="LiveId" clId="{00D06775-166A-4507-9036-A09E6CB585C3}" dt="2026-04-10T22:05:50.538" v="3955" actId="404"/>
          <ac:spMkLst>
            <pc:docMk/>
            <pc:sldMk cId="3395886771" sldId="269"/>
            <ac:spMk id="6" creationId="{A0D75B70-7DFF-0208-014A-7BE6003C81A2}"/>
          </ac:spMkLst>
        </pc:spChg>
        <pc:spChg chg="mod">
          <ac:chgData name="Keith Tse" userId="aa086574cb37ac2e" providerId="LiveId" clId="{00D06775-166A-4507-9036-A09E6CB585C3}" dt="2026-04-10T22:05:54.080" v="3956" actId="404"/>
          <ac:spMkLst>
            <pc:docMk/>
            <pc:sldMk cId="3395886771" sldId="269"/>
            <ac:spMk id="7" creationId="{36764D1A-1173-EBD8-BB1B-EF670F981C7E}"/>
          </ac:spMkLst>
        </pc:spChg>
      </pc:sldChg>
      <pc:sldChg chg="addSp delSp modSp add mod modAnim">
        <pc:chgData name="Keith Tse" userId="aa086574cb37ac2e" providerId="LiveId" clId="{00D06775-166A-4507-9036-A09E6CB585C3}" dt="2026-04-10T22:01:50.113" v="3901" actId="20577"/>
        <pc:sldMkLst>
          <pc:docMk/>
          <pc:sldMk cId="2957250639" sldId="270"/>
        </pc:sldMkLst>
        <pc:spChg chg="mod">
          <ac:chgData name="Keith Tse" userId="aa086574cb37ac2e" providerId="LiveId" clId="{00D06775-166A-4507-9036-A09E6CB585C3}" dt="2026-04-10T22:00:32.651" v="3892" actId="20577"/>
          <ac:spMkLst>
            <pc:docMk/>
            <pc:sldMk cId="2957250639" sldId="270"/>
            <ac:spMk id="3" creationId="{A6ED85F4-35E8-7370-9F52-C48F82B15BED}"/>
          </ac:spMkLst>
        </pc:spChg>
        <pc:spChg chg="add mod">
          <ac:chgData name="Keith Tse" userId="aa086574cb37ac2e" providerId="LiveId" clId="{00D06775-166A-4507-9036-A09E6CB585C3}" dt="2026-04-10T22:01:29.127" v="3897" actId="1076"/>
          <ac:spMkLst>
            <pc:docMk/>
            <pc:sldMk cId="2957250639" sldId="270"/>
            <ac:spMk id="4" creationId="{FAB6C326-B9DF-AF1A-191D-57A2F85D37D0}"/>
          </ac:spMkLst>
        </pc:spChg>
        <pc:spChg chg="add mod">
          <ac:chgData name="Keith Tse" userId="aa086574cb37ac2e" providerId="LiveId" clId="{00D06775-166A-4507-9036-A09E6CB585C3}" dt="2026-04-10T22:01:44.727" v="3900" actId="1076"/>
          <ac:spMkLst>
            <pc:docMk/>
            <pc:sldMk cId="2957250639" sldId="270"/>
            <ac:spMk id="5" creationId="{174AB2EB-A2AF-1510-507D-82B993D0B2D4}"/>
          </ac:spMkLst>
        </pc:spChg>
        <pc:spChg chg="mod">
          <ac:chgData name="Keith Tse" userId="aa086574cb37ac2e" providerId="LiveId" clId="{00D06775-166A-4507-9036-A09E6CB585C3}" dt="2026-04-10T22:01:50.113" v="3901" actId="20577"/>
          <ac:spMkLst>
            <pc:docMk/>
            <pc:sldMk cId="2957250639" sldId="270"/>
            <ac:spMk id="7" creationId="{64EDF9DC-7F3F-2D8D-EB90-1FD5F8227AEF}"/>
          </ac:spMkLst>
        </pc:spChg>
        <pc:spChg chg="del">
          <ac:chgData name="Keith Tse" userId="aa086574cb37ac2e" providerId="LiveId" clId="{00D06775-166A-4507-9036-A09E6CB585C3}" dt="2026-04-10T22:00:15.830" v="3868" actId="478"/>
          <ac:spMkLst>
            <pc:docMk/>
            <pc:sldMk cId="2957250639" sldId="270"/>
            <ac:spMk id="12" creationId="{F742161B-8AFD-DE98-93FD-39CED2F25A27}"/>
          </ac:spMkLst>
        </pc:spChg>
      </pc:sldChg>
      <pc:sldChg chg="add del">
        <pc:chgData name="Keith Tse" userId="aa086574cb37ac2e" providerId="LiveId" clId="{00D06775-166A-4507-9036-A09E6CB585C3}" dt="2026-04-10T21:14:34.520" v="2584"/>
        <pc:sldMkLst>
          <pc:docMk/>
          <pc:sldMk cId="4215401039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E2673-AA79-867A-6D64-AB628212D5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B543AA-B1C3-CDED-4975-D16085990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9DDB4-9228-3576-BF3F-9B488B96C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B70C9-3274-4F26-AB75-463AA2599A96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64C58-230C-1E33-BE35-0DEF035BC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8DE4F-CFF1-B668-3D74-B28A818C7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C78B-4B9E-4E89-8A2D-C3997FCF4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4507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5D385-D8F9-2EDB-771E-587BD52D6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82DD6-026D-23B3-CF55-5B2801B47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04ACF-30F8-6BD8-2B5A-3286DA2F6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B70C9-3274-4F26-AB75-463AA2599A96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6441C-602C-4E41-517D-1F31FCD20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F26B0-B1E3-BC11-5941-76CF92324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C78B-4B9E-4E89-8A2D-C3997FCF4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4854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3863F-5A9E-09D6-96DF-76954D2D7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825EC-326B-94E4-6113-048EAC863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FF93B-A89A-07CC-CD79-4077BB3E4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B70C9-3274-4F26-AB75-463AA2599A96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5D7DF-4093-A0CF-15EA-DC4ED3B6D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32BD1-A8EA-35EA-D7AB-69EC40114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C78B-4B9E-4E89-8A2D-C3997FCF4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7461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E1CC2-B5D0-A399-0B6C-86014B0E8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1C601-AA3B-CAED-F29C-1F3ABECD50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EA8484-059C-D9F0-1296-607006C5F6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6C4A4-3B26-25AF-CB6D-DBFA2B5DF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B70C9-3274-4F26-AB75-463AA2599A96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D31DC6-1060-615E-1404-281DDFD16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0E40EF-2CD0-A7AC-C73D-AD9A5291C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C78B-4B9E-4E89-8A2D-C3997FCF4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980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15CC-2023-F0DD-B302-5A687F378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B0180-E736-7189-8211-998045C0F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CE7E8-0EA1-BA80-464B-72E070984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B0BFAE-C4D8-0B1B-C588-A44641AECE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745D31-E1B0-E559-034E-ADDE7F7782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144E9A-80A0-05E4-F717-071D5521B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B70C9-3274-4F26-AB75-463AA2599A96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9DE91D-5D1E-42F2-3F92-05B30D07A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6B3A02-B64C-01AB-5C9D-A2F04B2CA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C78B-4B9E-4E89-8A2D-C3997FCF4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493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7F7C3-8422-B31B-A990-A81D02BEE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80A8C0-478D-57BF-EE2D-3362E79DD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B70C9-3274-4F26-AB75-463AA2599A96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B04CF-68AF-B05A-4259-AE5625C60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FB96F9-E766-D184-2903-D5FD06C19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C78B-4B9E-4E89-8A2D-C3997FCF4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0637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478425-6588-2092-C844-9E501E449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B70C9-3274-4F26-AB75-463AA2599A96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B53816-2766-FE30-8540-00FB6A9B1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2DF00-E7CA-0578-30A4-AD9AAA431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C78B-4B9E-4E89-8A2D-C3997FCF4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73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60FD7-43A8-2BEF-3E28-2C76EE8A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A2BBC-94DE-952E-EC98-EE977B1D2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115719-6DBB-B131-3792-61DCD1F90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D439CD-4BE8-8722-53D2-BDC09EFAF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B70C9-3274-4F26-AB75-463AA2599A96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060FC4-396E-6915-032B-E07196043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CCA1B-1B64-00BC-1D9A-AF563BC4E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C78B-4B9E-4E89-8A2D-C3997FCF4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1371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7D851-33B0-35D4-D6C2-1F5C68610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7A8D3F-B6C1-97B9-3207-745FA15C2B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6AF89-6C76-E3F1-06DD-C73F85779C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F3711C-67CD-D7B6-22B5-6E85601CE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B70C9-3274-4F26-AB75-463AA2599A96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AABC0-8726-3ED0-1767-445E71671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5A87AF-9BC4-BE00-DF71-BD940B4AF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C78B-4B9E-4E89-8A2D-C3997FCF4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3712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93AC9-B10A-2528-251C-D1FF41850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BE2D4E-C791-CAAD-CC02-DCF2E3F172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43463-0317-CBA3-8B46-848DF1758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B70C9-3274-4F26-AB75-463AA2599A96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2899F-5757-01EC-29FA-25EC5DC7A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ABB4B-ED01-A585-26D5-6AD3F1192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C78B-4B9E-4E89-8A2D-C3997FCF4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0957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04496E-8DAB-DAAA-0B74-2795671862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B1ADCB-0EE6-7520-3A09-96FD8E2546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FA08C-0387-F2FB-E3AB-B3F918A2E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B70C9-3274-4F26-AB75-463AA2599A96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79226-51F6-6269-906B-7128F8D7B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DFCA5-D142-B11C-77B8-DB9FBEEAE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CC78B-4B9E-4E89-8A2D-C3997FCF4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8568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609AD4-B7D3-9CE9-EA3D-D171416CA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C55D36-3B36-CAC7-E30F-BF087CCA9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C0E63-A33E-4E5D-4455-6D8B85EB30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BB70C9-3274-4F26-AB75-463AA2599A96}" type="datetimeFigureOut">
              <a:rPr lang="en-GB" smtClean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79644-7816-DC15-508E-B0EB45F96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A9A4E-3988-15CF-7746-76E374DBEC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0CC78B-4B9E-4E89-8A2D-C3997FCF4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3370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keithtselinguist.wordpress.com/2026/03/26/independent-linguists-meet-2025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avecantonese.org/" TargetMode="External"/><Relationship Id="rId2" Type="http://schemas.openxmlformats.org/officeDocument/2006/relationships/hyperlink" Target="https://www.asiatimes.com/author/keith-tse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31055-BBB5-86A1-48AE-DEE05CCC17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7116" y="1214438"/>
            <a:ext cx="9817768" cy="2387600"/>
          </a:xfrm>
        </p:spPr>
        <p:txBody>
          <a:bodyPr>
            <a:normAutofit fontScale="90000"/>
          </a:bodyPr>
          <a:lstStyle/>
          <a:p>
            <a:r>
              <a:rPr lang="en-GB" dirty="0"/>
              <a:t>‘Human Connection and Linguistic Interfaces’: Book Launch at Independent Linguists Meet (ILM)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464485-54B2-56E7-0461-DF5DB7553E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6627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GB" dirty="0"/>
              <a:t>Keith Tse (MCIL CL)</a:t>
            </a:r>
          </a:p>
          <a:p>
            <a:r>
              <a:rPr lang="en-GB" dirty="0"/>
              <a:t>Ronin Institute for Independent Scholarship (RIIS) 2.0/Institute for Globally Distributed Open Research and Education (IGDORE)</a:t>
            </a:r>
          </a:p>
          <a:p>
            <a:r>
              <a:rPr lang="en-GB" dirty="0"/>
              <a:t>10</a:t>
            </a:r>
            <a:r>
              <a:rPr lang="en-GB" baseline="30000" dirty="0"/>
              <a:t>th</a:t>
            </a:r>
            <a:r>
              <a:rPr lang="en-GB" dirty="0"/>
              <a:t> April 2026</a:t>
            </a:r>
          </a:p>
        </p:txBody>
      </p:sp>
    </p:spTree>
    <p:extLst>
      <p:ext uri="{BB962C8B-B14F-4D97-AF65-F5344CB8AC3E}">
        <p14:creationId xmlns:p14="http://schemas.microsoft.com/office/powerpoint/2010/main" val="2289067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D4F7D-AB0B-9F4A-1008-30CB78F16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GB" dirty="0"/>
              <a:t>Independent Linguists Meet (2025-)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5010C-CC42-0AA9-37C5-8699EC5B7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121920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Launch of Independent Linguists Meet (ILM): independent linguists at old Ronin Institute and Institute for Globally Distributed Open Research and Education (IGDORE)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8386621-FF1E-AF8D-054E-AF54DC35AADF}"/>
              </a:ext>
            </a:extLst>
          </p:cNvPr>
          <p:cNvSpPr txBox="1">
            <a:spLocks/>
          </p:cNvSpPr>
          <p:nvPr/>
        </p:nvSpPr>
        <p:spPr>
          <a:xfrm>
            <a:off x="838200" y="248840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Inaugural meeting (6</a:t>
            </a:r>
            <a:r>
              <a:rPr lang="en-GB" sz="2400" baseline="30000" dirty="0"/>
              <a:t>th</a:t>
            </a:r>
            <a:r>
              <a:rPr lang="en-GB" sz="2400" dirty="0"/>
              <a:t> June 2025):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B5AE357-04DF-B3D6-C7CE-C7BA6225B383}"/>
              </a:ext>
            </a:extLst>
          </p:cNvPr>
          <p:cNvSpPr txBox="1">
            <a:spLocks/>
          </p:cNvSpPr>
          <p:nvPr/>
        </p:nvSpPr>
        <p:spPr>
          <a:xfrm>
            <a:off x="5502443" y="2488407"/>
            <a:ext cx="668955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Keith Tse (Ronin/IGDORE)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Andrea Chan (Ronin/National Coalition of Independent Scholars (NCIS))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Safieh Shah (IGDORE)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Loretta Tam (IGDORE)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E959F22-DB81-2319-B301-E20C35E56CAC}"/>
              </a:ext>
            </a:extLst>
          </p:cNvPr>
          <p:cNvSpPr txBox="1">
            <a:spLocks/>
          </p:cNvSpPr>
          <p:nvPr/>
        </p:nvSpPr>
        <p:spPr>
          <a:xfrm>
            <a:off x="838200" y="466407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Regular attendees: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5E17062-F585-ADF3-580D-768014BFFB66}"/>
              </a:ext>
            </a:extLst>
          </p:cNvPr>
          <p:cNvSpPr txBox="1">
            <a:spLocks/>
          </p:cNvSpPr>
          <p:nvPr/>
        </p:nvSpPr>
        <p:spPr>
          <a:xfrm>
            <a:off x="5502443" y="466407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Elmer Bool (Ronin)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Eric Smith (Ronin)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Robert Meier (IGDORE)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Kathleen Stein-Smith (Ronin)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3E16A9-93FD-EFD4-C082-A3084DF1A8E6}"/>
              </a:ext>
            </a:extLst>
          </p:cNvPr>
          <p:cNvSpPr txBox="1"/>
          <p:nvPr/>
        </p:nvSpPr>
        <p:spPr>
          <a:xfrm>
            <a:off x="0" y="2016154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hlinkClick r:id="rId2"/>
              </a:rPr>
              <a:t>https://keithtselinguist.wordpress.com/2026/03/26/independent-linguists-meet-2025/</a:t>
            </a:r>
            <a:endParaRPr lang="en-GB" sz="2400" dirty="0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699039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BC2AA-DC69-975F-AE21-33EC7524F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GB" dirty="0"/>
              <a:t>Independent Linguists Meet (2025-2026)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3F6C5-53A0-F4B5-56A1-69DD8E8A3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253331"/>
            <a:ext cx="60960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Weekly online meetings (33 meetings: </a:t>
            </a:r>
          </a:p>
          <a:p>
            <a:pPr marL="0" indent="0">
              <a:buNone/>
            </a:pPr>
            <a:r>
              <a:rPr lang="en-GB" sz="2400" dirty="0"/>
              <a:t>ILM 33 on 3</a:t>
            </a:r>
            <a:r>
              <a:rPr lang="en-GB" sz="2400" baseline="30000" dirty="0"/>
              <a:t>rd</a:t>
            </a:r>
            <a:r>
              <a:rPr lang="en-GB" sz="2400" dirty="0"/>
              <a:t> April 2026)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28FB7D-5FDB-F2FC-D44B-1CC33FBA9ED3}"/>
              </a:ext>
            </a:extLst>
          </p:cNvPr>
          <p:cNvSpPr txBox="1">
            <a:spLocks/>
          </p:cNvSpPr>
          <p:nvPr/>
        </p:nvSpPr>
        <p:spPr>
          <a:xfrm>
            <a:off x="838200" y="125333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Geographical range (USA – Australia):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DA4A1E4-8BC8-0B37-DDE7-7A96540BB7D4}"/>
              </a:ext>
            </a:extLst>
          </p:cNvPr>
          <p:cNvSpPr txBox="1">
            <a:spLocks/>
          </p:cNvSpPr>
          <p:nvPr/>
        </p:nvSpPr>
        <p:spPr>
          <a:xfrm>
            <a:off x="838200" y="2270795"/>
            <a:ext cx="1135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Keith Tse, Elmer Bool: Formal syntax (Chomsky)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2DB280E-C56C-FD40-85B3-24C9105CEAC7}"/>
              </a:ext>
            </a:extLst>
          </p:cNvPr>
          <p:cNvSpPr txBox="1">
            <a:spLocks/>
          </p:cNvSpPr>
          <p:nvPr/>
        </p:nvSpPr>
        <p:spPr>
          <a:xfrm>
            <a:off x="838200" y="4903230"/>
            <a:ext cx="1135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Keith Tse, Andrea Chan, Loretta Chan (Chinese, Cantonese (HK))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2D0DE0-2BAB-885E-617E-B6593728651C}"/>
              </a:ext>
            </a:extLst>
          </p:cNvPr>
          <p:cNvSpPr txBox="1"/>
          <p:nvPr/>
        </p:nvSpPr>
        <p:spPr>
          <a:xfrm>
            <a:off x="838199" y="2626762"/>
            <a:ext cx="108404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Andrea Chan, Eric Smith: Psycholinguistics and Eye-tracking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849888-969C-6362-1607-4F8C7D0B9B50}"/>
              </a:ext>
            </a:extLst>
          </p:cNvPr>
          <p:cNvSpPr txBox="1"/>
          <p:nvPr/>
        </p:nvSpPr>
        <p:spPr>
          <a:xfrm>
            <a:off x="838198" y="3497156"/>
            <a:ext cx="106920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Safieh Shah, Kathleen Stein-Smith, Keith Tse:  Sociolinguistics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B4CD34-3D69-7F1B-8853-552D094B2C0A}"/>
              </a:ext>
            </a:extLst>
          </p:cNvPr>
          <p:cNvSpPr txBox="1"/>
          <p:nvPr/>
        </p:nvSpPr>
        <p:spPr>
          <a:xfrm>
            <a:off x="838198" y="3958821"/>
            <a:ext cx="111773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Kathleen Stein-Smith, Keith Tse: Applied Linguistics and Language Advocacy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8DE772-22BA-C935-63F2-D46CD79E7B0D}"/>
              </a:ext>
            </a:extLst>
          </p:cNvPr>
          <p:cNvSpPr txBox="1"/>
          <p:nvPr/>
        </p:nvSpPr>
        <p:spPr>
          <a:xfrm>
            <a:off x="838196" y="6186446"/>
            <a:ext cx="108043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Robert Meier, Eric Smith: Indo-European philology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389E9E-F51E-A7A9-4C65-612555254BC2}"/>
              </a:ext>
            </a:extLst>
          </p:cNvPr>
          <p:cNvSpPr txBox="1"/>
          <p:nvPr/>
        </p:nvSpPr>
        <p:spPr>
          <a:xfrm>
            <a:off x="838199" y="180913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Specialisations: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10DD8-34BB-5562-5B2A-6D6D2EF96099}"/>
              </a:ext>
            </a:extLst>
          </p:cNvPr>
          <p:cNvSpPr txBox="1"/>
          <p:nvPr/>
        </p:nvSpPr>
        <p:spPr>
          <a:xfrm>
            <a:off x="838199" y="441558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Languages: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754839-8E1E-BCE4-7E4F-BD7CCFA2BFDD}"/>
              </a:ext>
            </a:extLst>
          </p:cNvPr>
          <p:cNvSpPr txBox="1"/>
          <p:nvPr/>
        </p:nvSpPr>
        <p:spPr>
          <a:xfrm>
            <a:off x="838198" y="3057426"/>
            <a:ext cx="106920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Eric Smith, Keith Tse: biolinguistics and language evolution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89D17C-194B-565C-5579-2D57BDA3401F}"/>
              </a:ext>
            </a:extLst>
          </p:cNvPr>
          <p:cNvSpPr txBox="1"/>
          <p:nvPr/>
        </p:nvSpPr>
        <p:spPr>
          <a:xfrm>
            <a:off x="838196" y="5351712"/>
            <a:ext cx="113538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Keith Tse, Safieh Shah and Kathleen Stein-Smith (Romance languages, Spanish, Catalán, French)</a:t>
            </a:r>
          </a:p>
        </p:txBody>
      </p:sp>
    </p:spTree>
    <p:extLst>
      <p:ext uri="{BB962C8B-B14F-4D97-AF65-F5344CB8AC3E}">
        <p14:creationId xmlns:p14="http://schemas.microsoft.com/office/powerpoint/2010/main" val="37059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8" grpId="0"/>
      <p:bldP spid="10" grpId="0"/>
      <p:bldP spid="12" grpId="0"/>
      <p:bldP spid="14" grpId="0"/>
      <p:bldP spid="16" grpId="0"/>
      <p:bldP spid="18" grpId="0"/>
      <p:bldP spid="19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A6EAB-B34B-0E8E-F476-9098A5F5F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GB" dirty="0"/>
              <a:t>‘Human Connection and Linguistic Interfaces’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2B10E-D28D-6D55-5A55-D1F0E1705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41166"/>
            <a:ext cx="11353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Book project: ‘Human Connection and Linguistic Interfaces’ (Andrea Chan)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22A8F98-DB56-E31F-B02A-F454C2D0D3DF}"/>
              </a:ext>
            </a:extLst>
          </p:cNvPr>
          <p:cNvSpPr txBox="1">
            <a:spLocks/>
          </p:cNvSpPr>
          <p:nvPr/>
        </p:nvSpPr>
        <p:spPr>
          <a:xfrm>
            <a:off x="838200" y="282297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Cambridge Scholars Press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E32A188-FB93-67ED-0CE6-F6C83FC2549C}"/>
              </a:ext>
            </a:extLst>
          </p:cNvPr>
          <p:cNvSpPr txBox="1">
            <a:spLocks/>
          </p:cNvSpPr>
          <p:nvPr/>
        </p:nvSpPr>
        <p:spPr>
          <a:xfrm>
            <a:off x="838200" y="125333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Diverse range of expertise (sub-fields) and languages 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9B06701-3E0F-B55E-784C-72F202421D1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Coherence in our research in languages and linguistics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9D1E97D-48B3-AF57-F4BA-99699CE9CCD7}"/>
              </a:ext>
            </a:extLst>
          </p:cNvPr>
          <p:cNvSpPr txBox="1">
            <a:spLocks/>
          </p:cNvSpPr>
          <p:nvPr/>
        </p:nvSpPr>
        <p:spPr>
          <a:xfrm>
            <a:off x="838200" y="342900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20+ abstract submissions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BB60399-1BB0-8268-C41A-0C14553C40EF}"/>
              </a:ext>
            </a:extLst>
          </p:cNvPr>
          <p:cNvSpPr txBox="1">
            <a:spLocks/>
          </p:cNvSpPr>
          <p:nvPr/>
        </p:nvSpPr>
        <p:spPr>
          <a:xfrm>
            <a:off x="838200" y="425906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i="1" dirty="0"/>
              <a:t>Chinese dialectal parameterisation: Mandarin vs Cantonese (and more)</a:t>
            </a:r>
          </a:p>
        </p:txBody>
      </p:sp>
    </p:spTree>
    <p:extLst>
      <p:ext uri="{BB962C8B-B14F-4D97-AF65-F5344CB8AC3E}">
        <p14:creationId xmlns:p14="http://schemas.microsoft.com/office/powerpoint/2010/main" val="1317234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2B5D1-CE0E-1003-1245-45D141F78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GB" dirty="0"/>
              <a:t>My Journey as a Linguist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68C3A-2084-2B73-E4BD-CF96AD1AB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21481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I grew up in Hong Kong (HK) in the 1990s (before the handover to China in 1997).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D836D61-08CD-0132-ABA2-502F9EC49437}"/>
              </a:ext>
            </a:extLst>
          </p:cNvPr>
          <p:cNvSpPr txBox="1">
            <a:spLocks/>
          </p:cNvSpPr>
          <p:nvPr/>
        </p:nvSpPr>
        <p:spPr>
          <a:xfrm>
            <a:off x="838200" y="218602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HK as a triglossic society: Cantonese (native), Mandarin (education), English (education, colonial superstrate)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1390C19-9F6A-BD83-921D-E44160F97AFB}"/>
              </a:ext>
            </a:extLst>
          </p:cNvPr>
          <p:cNvSpPr txBox="1">
            <a:spLocks/>
          </p:cNvSpPr>
          <p:nvPr/>
        </p:nvSpPr>
        <p:spPr>
          <a:xfrm>
            <a:off x="838200" y="302824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Sherborne School (UK) (2000-2005): Latin, Spanish, Greek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BABF29D-9CBB-DF79-2E12-0C59E6A9E67C}"/>
              </a:ext>
            </a:extLst>
          </p:cNvPr>
          <p:cNvSpPr txBox="1">
            <a:spLocks/>
          </p:cNvSpPr>
          <p:nvPr/>
        </p:nvSpPr>
        <p:spPr>
          <a:xfrm>
            <a:off x="838200" y="351948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My love for languages and literature (classical and Romance)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4594C9-E15A-A256-056C-EDBD422F6C18}"/>
              </a:ext>
            </a:extLst>
          </p:cNvPr>
          <p:cNvSpPr txBox="1">
            <a:spLocks/>
          </p:cNvSpPr>
          <p:nvPr/>
        </p:nvSpPr>
        <p:spPr>
          <a:xfrm>
            <a:off x="838200" y="401073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Balliol College, University of Oxford (2005-2009):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Classics (</a:t>
            </a:r>
            <a:r>
              <a:rPr lang="en-GB" sz="2400" i="1" dirty="0"/>
              <a:t>Literae Humaniores</a:t>
            </a:r>
            <a:r>
              <a:rPr lang="en-GB" sz="2400" dirty="0"/>
              <a:t>) and Modern Languages (Spanish)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DEC7308-A9B7-670E-68C2-93F2BB70A199}"/>
              </a:ext>
            </a:extLst>
          </p:cNvPr>
          <p:cNvSpPr txBox="1">
            <a:spLocks/>
          </p:cNvSpPr>
          <p:nvPr/>
        </p:nvSpPr>
        <p:spPr>
          <a:xfrm>
            <a:off x="838200" y="496784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University of Manchester (UoM) (2009-2010):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Master’s of Arts (MA) in Languages and Linguistics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74C7500-61FD-E2AC-0937-34007AEFEF73}"/>
              </a:ext>
            </a:extLst>
          </p:cNvPr>
          <p:cNvSpPr txBox="1">
            <a:spLocks/>
          </p:cNvSpPr>
          <p:nvPr/>
        </p:nvSpPr>
        <p:spPr>
          <a:xfrm>
            <a:off x="838200" y="592494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University of York (UoY) (2014-2017):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Master’s by Research (</a:t>
            </a:r>
            <a:r>
              <a:rPr lang="en-GB" sz="2400" dirty="0" err="1"/>
              <a:t>MRes</a:t>
            </a:r>
            <a:r>
              <a:rPr lang="en-GB" sz="2400" dirty="0"/>
              <a:t>) in Linguistics </a:t>
            </a:r>
          </a:p>
        </p:txBody>
      </p:sp>
    </p:spTree>
    <p:extLst>
      <p:ext uri="{BB962C8B-B14F-4D97-AF65-F5344CB8AC3E}">
        <p14:creationId xmlns:p14="http://schemas.microsoft.com/office/powerpoint/2010/main" val="2843778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D9CD6-C069-69FA-A30D-2DCB94794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GB" dirty="0"/>
              <a:t>My education as a linguist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C33A8-85A4-0B43-2B8F-EF9486AD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8"/>
            <a:ext cx="121920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HK Chinese:  Cantonese (oral/indigenous/local) and Mandarin (written/literary/national). English was the main foreign language. 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CF508BB-312E-3AE0-69DC-F91DBE82E9CA}"/>
              </a:ext>
            </a:extLst>
          </p:cNvPr>
          <p:cNvSpPr txBox="1">
            <a:spLocks/>
          </p:cNvSpPr>
          <p:nvPr/>
        </p:nvSpPr>
        <p:spPr>
          <a:xfrm>
            <a:off x="0" y="2294732"/>
            <a:ext cx="1135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At UK school: classical (Latin, Greek) and modern (Spanish) languages .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0F77979-05C4-6409-DB96-5EF309D06239}"/>
              </a:ext>
            </a:extLst>
          </p:cNvPr>
          <p:cNvSpPr txBox="1">
            <a:spLocks/>
          </p:cNvSpPr>
          <p:nvPr/>
        </p:nvSpPr>
        <p:spPr>
          <a:xfrm>
            <a:off x="-3" y="2863056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At Oxford (BA): classical (Indo-European)</a:t>
            </a:r>
            <a:r>
              <a:rPr lang="zh-CN" altLang="en-US" sz="2400" dirty="0"/>
              <a:t> </a:t>
            </a:r>
            <a:r>
              <a:rPr lang="en-GB" sz="2400" dirty="0"/>
              <a:t>and Romance philology, comparative language reconstruction (proto-Indo-European), Latin, Greek and Romance historical linguistics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1FBBAE5-3F46-AD62-7FDF-D9E5B92AE90B}"/>
              </a:ext>
            </a:extLst>
          </p:cNvPr>
          <p:cNvSpPr txBox="1">
            <a:spLocks/>
          </p:cNvSpPr>
          <p:nvPr/>
        </p:nvSpPr>
        <p:spPr>
          <a:xfrm>
            <a:off x="0" y="3813970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At UoM (MA): linguistic theory (syntax, phonology, language change, sociolinguistics) and research methods + two research papers (bilingualism in Latin and syntactic change) and a dissertation (Latin/Romance prepositional complementisers).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B89B707-F582-933B-148F-43F61F800ED3}"/>
              </a:ext>
            </a:extLst>
          </p:cNvPr>
          <p:cNvSpPr txBox="1">
            <a:spLocks/>
          </p:cNvSpPr>
          <p:nvPr/>
        </p:nvSpPr>
        <p:spPr>
          <a:xfrm>
            <a:off x="1" y="5333208"/>
            <a:ext cx="12191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At UoY: dissertation (formal parametric syntax- grammaticalization and interface effects). </a:t>
            </a:r>
          </a:p>
        </p:txBody>
      </p:sp>
    </p:spTree>
    <p:extLst>
      <p:ext uri="{BB962C8B-B14F-4D97-AF65-F5344CB8AC3E}">
        <p14:creationId xmlns:p14="http://schemas.microsoft.com/office/powerpoint/2010/main" val="2408265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FC3D4-B44D-40C3-3E81-0A42CC093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GB" dirty="0"/>
              <a:t>My training as a linguist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2DA1A-9A48-3E2B-EEAB-B449B2758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UK public service interpreter in simultaneous face-to-face and telephone interpreting (2009 till now)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A29C1E1-BB9D-3A22-F1D6-2C528B835FA3}"/>
              </a:ext>
            </a:extLst>
          </p:cNvPr>
          <p:cNvSpPr txBox="1">
            <a:spLocks/>
          </p:cNvSpPr>
          <p:nvPr/>
        </p:nvSpPr>
        <p:spPr>
          <a:xfrm>
            <a:off x="838200" y="228424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UK Chartered Linguist- formal accreditation (CL)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C6E8F27-C15E-03DE-E5EA-A320D1A5E4BE}"/>
              </a:ext>
            </a:extLst>
          </p:cNvPr>
          <p:cNvSpPr txBox="1">
            <a:spLocks/>
          </p:cNvSpPr>
          <p:nvPr/>
        </p:nvSpPr>
        <p:spPr>
          <a:xfrm>
            <a:off x="0" y="2925930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Freelance journalist- Asia Times Online: </a:t>
            </a:r>
            <a:r>
              <a:rPr lang="en-GB" sz="2400" dirty="0">
                <a:hlinkClick r:id="rId2"/>
              </a:rPr>
              <a:t>https://www.asiatimes.com/author/keith-tse</a:t>
            </a:r>
            <a:r>
              <a:rPr lang="en-GB" sz="2400" dirty="0"/>
              <a:t> (online articles on contemporary sociolinguistic issues in HK/China)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97FDC22-0B60-70D3-E697-C6293C0AB8A6}"/>
              </a:ext>
            </a:extLst>
          </p:cNvPr>
          <p:cNvSpPr txBox="1">
            <a:spLocks/>
          </p:cNvSpPr>
          <p:nvPr/>
        </p:nvSpPr>
        <p:spPr>
          <a:xfrm>
            <a:off x="0" y="4161172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Language advocacy- Save Cantonese (</a:t>
            </a:r>
            <a:r>
              <a:rPr lang="en-GB" sz="2400" dirty="0">
                <a:hlinkClick r:id="rId3"/>
              </a:rPr>
              <a:t>https://savecantonese.org</a:t>
            </a:r>
            <a:r>
              <a:rPr lang="en-GB" sz="2400" dirty="0"/>
              <a:t>) (501(c)3), which aims to promote and protect Cantonese education around the world (Ronin Lightning Talk, February 2022)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70AF431-53A2-44D4-F363-E6F5319DB185}"/>
              </a:ext>
            </a:extLst>
          </p:cNvPr>
          <p:cNvSpPr txBox="1">
            <a:spLocks/>
          </p:cNvSpPr>
          <p:nvPr/>
        </p:nvSpPr>
        <p:spPr>
          <a:xfrm>
            <a:off x="0" y="5514182"/>
            <a:ext cx="1153026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Language teaching – Chinese (Mandarin and Cantonese) in Manchester International Society (2011-2014, 2020-2021), online (2021-now)</a:t>
            </a:r>
          </a:p>
        </p:txBody>
      </p:sp>
    </p:spTree>
    <p:extLst>
      <p:ext uri="{BB962C8B-B14F-4D97-AF65-F5344CB8AC3E}">
        <p14:creationId xmlns:p14="http://schemas.microsoft.com/office/powerpoint/2010/main" val="1584675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DF856-F85A-4948-1576-57DF55B32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GB" dirty="0"/>
              <a:t>Chinese dialectal parameterisation: Mandarin vs Cantonese (and more)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CC6C2-BEC9-60A4-8A4F-B8EB922AB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331"/>
            <a:ext cx="121920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Cartography (Cinque (1999, 2002, 2006)): formal account of human language </a:t>
            </a:r>
          </a:p>
          <a:p>
            <a:pPr marL="0" indent="0">
              <a:buNone/>
            </a:pPr>
            <a:r>
              <a:rPr lang="en-GB" sz="2000" dirty="0"/>
              <a:t>similarities (universals) and differences (parameters)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C17DA66-2C83-A8BB-DC8C-E69015A79025}"/>
              </a:ext>
            </a:extLst>
          </p:cNvPr>
          <p:cNvSpPr txBox="1">
            <a:spLocks/>
          </p:cNvSpPr>
          <p:nvPr/>
        </p:nvSpPr>
        <p:spPr>
          <a:xfrm>
            <a:off x="0" y="196233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000" dirty="0"/>
              <a:t>Clausal (1) and Nominal domains (2):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3879C4-2ACC-A670-303E-716FC64EBA34}"/>
              </a:ext>
            </a:extLst>
          </p:cNvPr>
          <p:cNvSpPr txBox="1">
            <a:spLocks/>
          </p:cNvSpPr>
          <p:nvPr/>
        </p:nvSpPr>
        <p:spPr>
          <a:xfrm>
            <a:off x="0" y="2207001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GB" dirty="0"/>
              <a:t>1) </a:t>
            </a:r>
            <a:r>
              <a:rPr lang="en-GB" sz="2000" dirty="0"/>
              <a:t>C(</a:t>
            </a:r>
            <a:r>
              <a:rPr lang="en-GB" sz="2000" dirty="0" err="1"/>
              <a:t>omp</a:t>
            </a:r>
            <a:r>
              <a:rPr lang="en-GB" sz="2000" dirty="0"/>
              <a:t>) Subj(</a:t>
            </a:r>
            <a:r>
              <a:rPr lang="en-GB" sz="2000" dirty="0" err="1"/>
              <a:t>ect</a:t>
            </a:r>
            <a:r>
              <a:rPr lang="en-GB" sz="2000" dirty="0"/>
              <a:t>)   T(</a:t>
            </a:r>
            <a:r>
              <a:rPr lang="en-GB" sz="2000" dirty="0" err="1"/>
              <a:t>ense</a:t>
            </a:r>
            <a:r>
              <a:rPr lang="en-GB" sz="2000" dirty="0"/>
              <a:t>)	Mod(al)	Adv(</a:t>
            </a:r>
            <a:r>
              <a:rPr lang="en-GB" sz="2000" dirty="0" err="1"/>
              <a:t>erb</a:t>
            </a:r>
            <a:r>
              <a:rPr lang="en-GB" sz="2000" dirty="0"/>
              <a:t>)    V(</a:t>
            </a:r>
            <a:r>
              <a:rPr lang="en-GB" sz="2000" dirty="0" err="1"/>
              <a:t>erb</a:t>
            </a:r>
            <a:r>
              <a:rPr lang="en-GB" sz="2000" dirty="0"/>
              <a:t>)-Aff(ix)	</a:t>
            </a:r>
            <a:r>
              <a:rPr lang="en-GB" sz="2000" dirty="0" err="1"/>
              <a:t>Obj</a:t>
            </a:r>
            <a:r>
              <a:rPr lang="en-GB" sz="2000" dirty="0"/>
              <a:t>(</a:t>
            </a:r>
            <a:r>
              <a:rPr lang="en-GB" sz="2000" dirty="0" err="1"/>
              <a:t>ect</a:t>
            </a:r>
            <a:r>
              <a:rPr lang="en-GB" sz="2000" dirty="0"/>
              <a:t>)	S(</a:t>
            </a:r>
            <a:r>
              <a:rPr lang="en-GB" sz="2000" dirty="0" err="1"/>
              <a:t>entence</a:t>
            </a:r>
            <a:r>
              <a:rPr lang="en-GB" sz="2000" dirty="0"/>
              <a:t>) F(</a:t>
            </a:r>
            <a:r>
              <a:rPr lang="en-GB" sz="2000" dirty="0" err="1"/>
              <a:t>inal</a:t>
            </a:r>
            <a:r>
              <a:rPr lang="en-GB" sz="2000" dirty="0"/>
              <a:t>)P(article)</a:t>
            </a:r>
            <a:endParaRPr lang="en-GB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8D1CAF5-D4BB-C6C1-D268-D96E26AF9E9F}"/>
              </a:ext>
            </a:extLst>
          </p:cNvPr>
          <p:cNvSpPr txBox="1">
            <a:spLocks/>
          </p:cNvSpPr>
          <p:nvPr/>
        </p:nvSpPr>
        <p:spPr>
          <a:xfrm>
            <a:off x="0" y="4523498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pt-BR" dirty="0"/>
              <a:t>2) </a:t>
            </a:r>
            <a:r>
              <a:rPr lang="pt-BR" sz="2000" dirty="0"/>
              <a:t>Possessor	Poss	Dem(onstrative)	Num(ber)  Q(uantifier)	Cl(assifier)	Adj(ective)	N(oun)</a:t>
            </a:r>
            <a:endParaRPr lang="en-GB" sz="2000" dirty="0"/>
          </a:p>
          <a:p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AE9C242-296A-79A8-8F0F-4A35EDD2E0AE}"/>
              </a:ext>
            </a:extLst>
          </p:cNvPr>
          <p:cNvSpPr txBox="1">
            <a:spLocks/>
          </p:cNvSpPr>
          <p:nvPr/>
        </p:nvSpPr>
        <p:spPr>
          <a:xfrm>
            <a:off x="1319462" y="2561502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zh-TW" altLang="en-US" sz="2000" dirty="0"/>
              <a:t>他</a:t>
            </a:r>
            <a:r>
              <a:rPr lang="en-GB" altLang="zh-TW" sz="2000" dirty="0"/>
              <a:t>	       </a:t>
            </a:r>
            <a:r>
              <a:rPr lang="zh-TW" altLang="en-US" sz="2000" dirty="0"/>
              <a:t>會</a:t>
            </a:r>
            <a:r>
              <a:rPr lang="en-GB" altLang="zh-TW" sz="2000" dirty="0"/>
              <a:t>		</a:t>
            </a:r>
            <a:r>
              <a:rPr lang="zh-TW" altLang="en-US" sz="2000" dirty="0"/>
              <a:t>想</a:t>
            </a:r>
            <a:r>
              <a:rPr lang="en-GB" altLang="zh-TW" sz="2000" dirty="0"/>
              <a:t>		       </a:t>
            </a:r>
            <a:r>
              <a:rPr lang="zh-TW" altLang="en-US" sz="2000" dirty="0"/>
              <a:t>回</a:t>
            </a:r>
            <a:r>
              <a:rPr lang="en-GB" altLang="zh-TW" sz="2000" dirty="0"/>
              <a:t>		</a:t>
            </a:r>
            <a:r>
              <a:rPr lang="zh-TW" altLang="en-US" sz="2000" dirty="0"/>
              <a:t>家              吧</a:t>
            </a:r>
            <a:endParaRPr lang="en-GB" altLang="zh-TW" sz="2000" dirty="0"/>
          </a:p>
          <a:p>
            <a:pPr marL="0" lvl="0" indent="0">
              <a:buNone/>
            </a:pPr>
            <a:r>
              <a:rPr lang="zh-TW" altLang="en-US" sz="2000" dirty="0"/>
              <a:t>佢</a:t>
            </a:r>
            <a:r>
              <a:rPr lang="en-GB" altLang="zh-TW" sz="2000" dirty="0"/>
              <a:t>	       </a:t>
            </a:r>
            <a:r>
              <a:rPr lang="zh-TW" altLang="en-US" sz="2000" dirty="0"/>
              <a:t>會</a:t>
            </a:r>
            <a:r>
              <a:rPr lang="en-GB" altLang="zh-TW" sz="2000" dirty="0"/>
              <a:t>		</a:t>
            </a:r>
            <a:r>
              <a:rPr lang="zh-TW" altLang="en-US" sz="2000" dirty="0"/>
              <a:t>想</a:t>
            </a:r>
            <a:r>
              <a:rPr lang="en-GB" altLang="zh-TW" sz="2000" dirty="0"/>
              <a:t>		       </a:t>
            </a:r>
            <a:r>
              <a:rPr lang="zh-TW" altLang="en-US" sz="2000" dirty="0"/>
              <a:t>返</a:t>
            </a:r>
            <a:r>
              <a:rPr lang="en-GB" altLang="zh-TW" sz="2000" dirty="0"/>
              <a:t>		</a:t>
            </a:r>
            <a:r>
              <a:rPr lang="zh-TW" altLang="en-US" sz="2000" dirty="0"/>
              <a:t>屋企</a:t>
            </a:r>
            <a:r>
              <a:rPr lang="en-GB" altLang="zh-TW" sz="2000" dirty="0"/>
              <a:t>	   </a:t>
            </a:r>
            <a:r>
              <a:rPr lang="zh-TW" altLang="en-US" sz="2000" dirty="0"/>
              <a:t>啩</a:t>
            </a:r>
            <a:endParaRPr lang="en-GB" sz="20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CD94679-6CF2-04C1-A605-730D9F679883}"/>
              </a:ext>
            </a:extLst>
          </p:cNvPr>
          <p:cNvSpPr txBox="1">
            <a:spLocks/>
          </p:cNvSpPr>
          <p:nvPr/>
        </p:nvSpPr>
        <p:spPr>
          <a:xfrm>
            <a:off x="659731" y="3638860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zh-TW" altLang="en-US" sz="2000" dirty="0"/>
              <a:t>如果</a:t>
            </a:r>
            <a:r>
              <a:rPr lang="en-GB" altLang="zh-TW" sz="2000" dirty="0"/>
              <a:t>   </a:t>
            </a:r>
            <a:r>
              <a:rPr lang="zh-TW" altLang="en-US" sz="2000" dirty="0"/>
              <a:t>她</a:t>
            </a:r>
            <a:r>
              <a:rPr lang="en-GB" altLang="zh-TW" sz="2000" dirty="0"/>
              <a:t>					   </a:t>
            </a:r>
            <a:r>
              <a:rPr lang="zh-TW" altLang="en-US" sz="2000" dirty="0"/>
              <a:t>來 </a:t>
            </a:r>
            <a:r>
              <a:rPr lang="en-GB" altLang="zh-TW" sz="2000" dirty="0"/>
              <a:t>			   </a:t>
            </a:r>
            <a:r>
              <a:rPr lang="zh-TW" altLang="en-US" sz="2000" dirty="0"/>
              <a:t>的話</a:t>
            </a:r>
            <a:endParaRPr lang="en-GB" altLang="zh-TW" sz="2000" dirty="0"/>
          </a:p>
          <a:p>
            <a:pPr marL="0" lvl="0" indent="0">
              <a:buNone/>
            </a:pPr>
            <a:r>
              <a:rPr lang="zh-TW" altLang="en-US" sz="2000" dirty="0"/>
              <a:t>如果   佢</a:t>
            </a:r>
            <a:r>
              <a:rPr lang="en-GB" altLang="zh-TW" sz="2000" dirty="0"/>
              <a:t>					   </a:t>
            </a:r>
            <a:r>
              <a:rPr lang="zh-TW" altLang="en-US" sz="2000" dirty="0"/>
              <a:t>嚟</a:t>
            </a:r>
            <a:r>
              <a:rPr lang="en-GB" altLang="zh-TW" sz="2000" dirty="0"/>
              <a:t>			   </a:t>
            </a:r>
            <a:r>
              <a:rPr lang="zh-TW" altLang="en-US" sz="2000" dirty="0"/>
              <a:t>嘅話</a:t>
            </a:r>
            <a:endParaRPr lang="en-GB" sz="20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022BC9A-2A34-CBED-A39B-B7D375AAEC96}"/>
              </a:ext>
            </a:extLst>
          </p:cNvPr>
          <p:cNvSpPr txBox="1">
            <a:spLocks/>
          </p:cNvSpPr>
          <p:nvPr/>
        </p:nvSpPr>
        <p:spPr>
          <a:xfrm>
            <a:off x="3850104" y="4908993"/>
            <a:ext cx="105156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zh-CN" altLang="en-US" sz="2000" dirty="0"/>
              <a:t>這</a:t>
            </a:r>
            <a:r>
              <a:rPr lang="en-GB" altLang="zh-CN" sz="2000" dirty="0"/>
              <a:t>				</a:t>
            </a:r>
            <a:r>
              <a:rPr lang="zh-TW" altLang="en-US" sz="2000" dirty="0"/>
              <a:t>朵</a:t>
            </a:r>
            <a:r>
              <a:rPr lang="en-GB" altLang="zh-TW" sz="2000" dirty="0"/>
              <a:t>		</a:t>
            </a:r>
            <a:r>
              <a:rPr lang="zh-TW" altLang="en-US" sz="2000" dirty="0"/>
              <a:t>很美的</a:t>
            </a:r>
            <a:r>
              <a:rPr lang="en-GB" altLang="zh-TW" sz="2000" dirty="0"/>
              <a:t>		</a:t>
            </a:r>
            <a:r>
              <a:rPr lang="zh-TW" altLang="en-US" sz="2000" dirty="0"/>
              <a:t>花</a:t>
            </a:r>
            <a:endParaRPr lang="en-GB" altLang="zh-TW" sz="2000" dirty="0"/>
          </a:p>
          <a:p>
            <a:pPr marL="0" lvl="0" indent="0">
              <a:buNone/>
            </a:pPr>
            <a:r>
              <a:rPr lang="zh-CN" altLang="en-US" sz="2000" dirty="0"/>
              <a:t>呢</a:t>
            </a:r>
            <a:r>
              <a:rPr lang="en-GB" altLang="zh-CN" sz="2000" dirty="0"/>
              <a:t>				</a:t>
            </a:r>
            <a:r>
              <a:rPr lang="zh-TW" altLang="en-US" sz="2000" dirty="0"/>
              <a:t>朵</a:t>
            </a:r>
            <a:r>
              <a:rPr lang="en-GB" altLang="zh-TW" sz="2000" dirty="0"/>
              <a:t>		</a:t>
            </a:r>
            <a:r>
              <a:rPr lang="zh-TW" altLang="en-US" sz="2000" dirty="0"/>
              <a:t>好靚嘅</a:t>
            </a:r>
            <a:r>
              <a:rPr lang="en-GB" altLang="zh-TW" sz="2000" dirty="0"/>
              <a:t>		</a:t>
            </a:r>
            <a:r>
              <a:rPr lang="zh-TW" altLang="en-US" sz="2000" dirty="0"/>
              <a:t>花</a:t>
            </a:r>
            <a:endParaRPr lang="en-GB" sz="20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2D13FE3-11A1-DB4E-8829-C3E6C06CCBBC}"/>
              </a:ext>
            </a:extLst>
          </p:cNvPr>
          <p:cNvSpPr txBox="1">
            <a:spLocks/>
          </p:cNvSpPr>
          <p:nvPr/>
        </p:nvSpPr>
        <p:spPr>
          <a:xfrm>
            <a:off x="659731" y="5849337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zh-TW" altLang="en-US" sz="2000" dirty="0"/>
              <a:t>我</a:t>
            </a:r>
            <a:r>
              <a:rPr lang="en-GB" altLang="zh-TW" sz="2000" dirty="0"/>
              <a:t>	         </a:t>
            </a:r>
            <a:r>
              <a:rPr lang="zh-TW" altLang="en-US" sz="2000" dirty="0"/>
              <a:t>的</a:t>
            </a:r>
            <a:r>
              <a:rPr lang="en-GB" altLang="zh-TW" sz="2000" dirty="0"/>
              <a:t>			           </a:t>
            </a:r>
            <a:r>
              <a:rPr lang="zh-TW" altLang="en-US" sz="2000" dirty="0"/>
              <a:t>三</a:t>
            </a:r>
            <a:r>
              <a:rPr lang="en-GB" altLang="zh-TW" sz="2000" dirty="0"/>
              <a:t>			         </a:t>
            </a:r>
            <a:r>
              <a:rPr lang="zh-TW" altLang="en-US" sz="2000" dirty="0"/>
              <a:t>輛</a:t>
            </a:r>
            <a:r>
              <a:rPr lang="en-GB" altLang="zh-TW" sz="2000" dirty="0"/>
              <a:t>				         </a:t>
            </a:r>
            <a:r>
              <a:rPr lang="zh-TW" altLang="en-US" sz="2000" dirty="0"/>
              <a:t>車</a:t>
            </a:r>
          </a:p>
          <a:p>
            <a:pPr marL="0" lvl="0" indent="0">
              <a:buNone/>
            </a:pPr>
            <a:r>
              <a:rPr lang="zh-TW" altLang="en-US" sz="2000" dirty="0"/>
              <a:t>我</a:t>
            </a:r>
            <a:r>
              <a:rPr lang="en-GB" altLang="zh-TW" sz="2000" dirty="0"/>
              <a:t>	         </a:t>
            </a:r>
            <a:r>
              <a:rPr lang="zh-TW" altLang="en-US" sz="2000" dirty="0"/>
              <a:t>嘅</a:t>
            </a:r>
            <a:r>
              <a:rPr lang="en-GB" altLang="zh-TW" sz="2000" dirty="0"/>
              <a:t>			           </a:t>
            </a:r>
            <a:r>
              <a:rPr lang="zh-TW" altLang="en-US" sz="2000" dirty="0"/>
              <a:t>三</a:t>
            </a:r>
            <a:r>
              <a:rPr lang="en-GB" altLang="zh-TW" sz="2000" dirty="0"/>
              <a:t>			         </a:t>
            </a:r>
            <a:r>
              <a:rPr lang="zh-TW" altLang="en-US" sz="2000" dirty="0"/>
              <a:t>架</a:t>
            </a:r>
            <a:r>
              <a:rPr lang="en-GB" altLang="zh-TW" sz="2000" dirty="0"/>
              <a:t>				         </a:t>
            </a:r>
            <a:r>
              <a:rPr lang="zh-TW" altLang="en-US" sz="2000" dirty="0"/>
              <a:t>車</a:t>
            </a:r>
            <a:endParaRPr lang="en-GB" altLang="zh-TW" sz="20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4C5555-336F-3FE6-1225-69A428D3710E}"/>
              </a:ext>
            </a:extLst>
          </p:cNvPr>
          <p:cNvSpPr txBox="1">
            <a:spLocks/>
          </p:cNvSpPr>
          <p:nvPr/>
        </p:nvSpPr>
        <p:spPr>
          <a:xfrm>
            <a:off x="659731" y="4347862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zh-CN" altLang="en-US" sz="2000" dirty="0"/>
              <a:t>‘</a:t>
            </a:r>
            <a:r>
              <a:rPr lang="en-GB" altLang="zh-CN" sz="2000" dirty="0"/>
              <a:t>If she comes…’ </a:t>
            </a:r>
            <a:endParaRPr lang="en-GB" sz="20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18A4BE5-4B55-711C-4AD4-ACA7DE2AD97E}"/>
              </a:ext>
            </a:extLst>
          </p:cNvPr>
          <p:cNvSpPr txBox="1">
            <a:spLocks/>
          </p:cNvSpPr>
          <p:nvPr/>
        </p:nvSpPr>
        <p:spPr>
          <a:xfrm>
            <a:off x="1319462" y="3332493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GB" altLang="zh-TW" sz="2000" dirty="0"/>
              <a:t>‘He will want to return home? (guess)’</a:t>
            </a:r>
            <a:endParaRPr lang="en-GB" sz="200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FD4EEEE-D083-9FB3-4E1B-BE2AD84132B7}"/>
              </a:ext>
            </a:extLst>
          </p:cNvPr>
          <p:cNvSpPr txBox="1">
            <a:spLocks/>
          </p:cNvSpPr>
          <p:nvPr/>
        </p:nvSpPr>
        <p:spPr>
          <a:xfrm>
            <a:off x="659731" y="6561373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GB" altLang="zh-TW" sz="2000" dirty="0"/>
              <a:t>‘My three cars.’</a:t>
            </a:r>
            <a:endParaRPr lang="en-GB" sz="20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A2CDE08-EA40-496A-1C6D-9C429F955BA3}"/>
              </a:ext>
            </a:extLst>
          </p:cNvPr>
          <p:cNvSpPr txBox="1">
            <a:spLocks/>
          </p:cNvSpPr>
          <p:nvPr/>
        </p:nvSpPr>
        <p:spPr>
          <a:xfrm>
            <a:off x="3850104" y="5625265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GB" altLang="zh-TW" sz="2000" dirty="0"/>
              <a:t>This very beautiful flower.’ 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185128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15070-4D8E-1C59-FA2A-5A67EFC3F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/>
              <a:t>Clause (Chinese dialects)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D85F4-35E8-7370-9F52-C48F82B15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20549"/>
            <a:ext cx="12192000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	S	T	AUX	Adv(</a:t>
            </a:r>
            <a:r>
              <a:rPr lang="en-GB" dirty="0" err="1"/>
              <a:t>erb</a:t>
            </a:r>
            <a:r>
              <a:rPr lang="en-GB" dirty="0"/>
              <a:t>)	V-Asp		O      SFP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E4DD6D1-3E67-A2B8-759D-9A65EF19368B}"/>
              </a:ext>
            </a:extLst>
          </p:cNvPr>
          <p:cNvSpPr txBox="1">
            <a:spLocks/>
          </p:cNvSpPr>
          <p:nvPr/>
        </p:nvSpPr>
        <p:spPr>
          <a:xfrm>
            <a:off x="0" y="1504521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altLang="zh-CN" sz="1800" dirty="0"/>
              <a:t>	</a:t>
            </a:r>
            <a:r>
              <a:rPr lang="zh-CN" altLang="en-US" sz="1800" dirty="0"/>
              <a:t>我</a:t>
            </a:r>
            <a:r>
              <a:rPr lang="en-GB" altLang="zh-CN" sz="1800" dirty="0"/>
              <a:t>			</a:t>
            </a:r>
            <a:r>
              <a:rPr lang="zh-CN" altLang="en-US" sz="1800" b="1" dirty="0"/>
              <a:t>先</a:t>
            </a:r>
            <a:r>
              <a:rPr lang="en-GB" altLang="zh-CN" sz="1800" dirty="0"/>
              <a:t>		</a:t>
            </a:r>
            <a:r>
              <a:rPr lang="zh-CN" altLang="en-US" sz="1800" dirty="0"/>
              <a:t>喝</a:t>
            </a:r>
            <a:r>
              <a:rPr lang="en-GB" altLang="zh-CN" sz="1800" dirty="0"/>
              <a:t>		</a:t>
            </a:r>
            <a:r>
              <a:rPr lang="zh-CN" altLang="en-US" sz="1800" dirty="0"/>
              <a:t>酒</a:t>
            </a:r>
            <a:r>
              <a:rPr lang="en-GB" altLang="zh-CN" sz="1800" dirty="0"/>
              <a:t>	</a:t>
            </a:r>
            <a:r>
              <a:rPr lang="zh-CN" altLang="en-US" sz="1800" dirty="0"/>
              <a:t>了</a:t>
            </a:r>
            <a:endParaRPr lang="en-GB" altLang="zh-CN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/>
              <a:t>	wo			</a:t>
            </a:r>
            <a:r>
              <a:rPr lang="en-GB" sz="1800" dirty="0" err="1"/>
              <a:t>xian</a:t>
            </a:r>
            <a:r>
              <a:rPr lang="en-GB" sz="1800" dirty="0"/>
              <a:t>		he		jiu	le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/>
              <a:t>	I			before(hand)	drink		wine	ASSERTION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/>
              <a:t>	‘I first drink wine.’ (Mandarin)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3CEE8C3-290C-AF44-C391-1F100FB287E4}"/>
              </a:ext>
            </a:extLst>
          </p:cNvPr>
          <p:cNvSpPr txBox="1">
            <a:spLocks/>
          </p:cNvSpPr>
          <p:nvPr/>
        </p:nvSpPr>
        <p:spPr>
          <a:xfrm>
            <a:off x="0" y="2972360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altLang="zh-CN" sz="1800" dirty="0"/>
              <a:t>	</a:t>
            </a:r>
            <a:r>
              <a:rPr lang="zh-CN" altLang="en-US" sz="1800" dirty="0"/>
              <a:t>我</a:t>
            </a:r>
            <a:r>
              <a:rPr lang="en-GB" altLang="zh-CN" sz="1800" dirty="0"/>
              <a:t>					</a:t>
            </a:r>
            <a:r>
              <a:rPr lang="zh-CN" altLang="en-US" sz="1800" dirty="0"/>
              <a:t>飲</a:t>
            </a:r>
            <a:r>
              <a:rPr lang="en-GB" altLang="zh-CN" sz="1800" dirty="0"/>
              <a:t>		</a:t>
            </a:r>
            <a:r>
              <a:rPr lang="zh-CN" altLang="en-US" sz="1800" dirty="0"/>
              <a:t>酒      </a:t>
            </a:r>
            <a:r>
              <a:rPr lang="zh-CN" altLang="en-US" sz="1800" b="1" dirty="0"/>
              <a:t>先</a:t>
            </a:r>
            <a:r>
              <a:rPr lang="en-GB" altLang="zh-CN" sz="1800" dirty="0"/>
              <a:t>	</a:t>
            </a:r>
            <a:r>
              <a:rPr lang="zh-CN" altLang="en-US" sz="1800" dirty="0"/>
              <a:t>啦</a:t>
            </a:r>
            <a:endParaRPr lang="en-GB" altLang="zh-CN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/>
              <a:t>	</a:t>
            </a:r>
            <a:r>
              <a:rPr lang="en-US" altLang="zh-CN" sz="1800" dirty="0" err="1"/>
              <a:t>ngo</a:t>
            </a:r>
            <a:r>
              <a:rPr lang="en-US" altLang="zh-CN" sz="1800" dirty="0"/>
              <a:t>					jam		</a:t>
            </a:r>
            <a:r>
              <a:rPr lang="en-US" altLang="zh-CN" sz="1800" dirty="0" err="1"/>
              <a:t>zau</a:t>
            </a:r>
            <a:r>
              <a:rPr lang="en-US" altLang="zh-CN" sz="1800" dirty="0"/>
              <a:t>     sin 	la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/>
              <a:t>	I					drink		wine  </a:t>
            </a:r>
            <a:r>
              <a:rPr lang="en-US" altLang="zh-CN" sz="1800" dirty="0" err="1"/>
              <a:t>bef</a:t>
            </a:r>
            <a:r>
              <a:rPr lang="en-US" altLang="zh-CN" sz="1800" dirty="0"/>
              <a:t> ASSERTION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	‘I first drink win</a:t>
            </a:r>
            <a:r>
              <a:rPr lang="en-GB" sz="1800" dirty="0"/>
              <a:t>e.’ (Cantonese)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4EDF9DC-7F3F-2D8D-EB90-1FD5F8227AEF}"/>
              </a:ext>
            </a:extLst>
          </p:cNvPr>
          <p:cNvSpPr txBox="1">
            <a:spLocks/>
          </p:cNvSpPr>
          <p:nvPr/>
        </p:nvSpPr>
        <p:spPr>
          <a:xfrm>
            <a:off x="0" y="4329691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altLang="zh-CN" sz="1800" dirty="0"/>
              <a:t>	</a:t>
            </a:r>
            <a:r>
              <a:rPr lang="zh-CN" altLang="en-US" sz="1800" dirty="0"/>
              <a:t>你</a:t>
            </a:r>
            <a:r>
              <a:rPr lang="en-GB" altLang="zh-CN" sz="1800" dirty="0"/>
              <a:t>			</a:t>
            </a:r>
            <a:r>
              <a:rPr lang="zh-CN" altLang="en-US" sz="1800" b="1" dirty="0"/>
              <a:t>多</a:t>
            </a:r>
            <a:r>
              <a:rPr lang="en-GB" altLang="zh-CN" sz="1800" b="1" dirty="0"/>
              <a:t>/</a:t>
            </a:r>
            <a:r>
              <a:rPr lang="zh-CN" altLang="en-US" sz="1800" b="1" dirty="0"/>
              <a:t>少</a:t>
            </a:r>
            <a:r>
              <a:rPr lang="en-GB" altLang="zh-CN" sz="1800" dirty="0"/>
              <a:t>		</a:t>
            </a:r>
            <a:r>
              <a:rPr lang="zh-CN" altLang="en-US" sz="1800" dirty="0"/>
              <a:t>吃</a:t>
            </a:r>
            <a:r>
              <a:rPr lang="en-GB" altLang="zh-CN" sz="1800" dirty="0"/>
              <a:t>		</a:t>
            </a:r>
            <a:r>
              <a:rPr lang="zh-CN" altLang="en-US" sz="1800" dirty="0"/>
              <a:t>一點兒</a:t>
            </a:r>
            <a:r>
              <a:rPr lang="en-GB" altLang="zh-CN" sz="1800" dirty="0"/>
              <a:t>	</a:t>
            </a:r>
            <a:r>
              <a:rPr lang="zh-CN" altLang="en-US" sz="1800" dirty="0"/>
              <a:t>吧</a:t>
            </a:r>
            <a:endParaRPr lang="en-GB" altLang="zh-CN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altLang="zh-CN" sz="1800" dirty="0"/>
              <a:t>	</a:t>
            </a:r>
            <a:r>
              <a:rPr lang="en-GB" altLang="zh-CN" sz="1800" dirty="0" err="1"/>
              <a:t>ni</a:t>
            </a:r>
            <a:r>
              <a:rPr lang="en-GB" altLang="zh-CN" sz="1800" dirty="0"/>
              <a:t>			duo/shao	chi		</a:t>
            </a:r>
            <a:r>
              <a:rPr lang="en-GB" altLang="zh-CN" sz="1800" dirty="0" err="1"/>
              <a:t>yidianr</a:t>
            </a:r>
            <a:r>
              <a:rPr lang="en-GB" altLang="zh-CN" sz="1800" dirty="0"/>
              <a:t>	</a:t>
            </a:r>
            <a:r>
              <a:rPr lang="en-GB" altLang="zh-CN" sz="1800" dirty="0" err="1"/>
              <a:t>ba</a:t>
            </a:r>
            <a:endParaRPr lang="en-GB" altLang="zh-CN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altLang="zh-CN" sz="1800" dirty="0"/>
              <a:t>	you			more/less	eat		</a:t>
            </a:r>
            <a:r>
              <a:rPr lang="en-GB" altLang="zh-CN" sz="1800" dirty="0" err="1"/>
              <a:t>a.bit</a:t>
            </a:r>
            <a:r>
              <a:rPr lang="en-GB" altLang="zh-CN" sz="1800" dirty="0"/>
              <a:t>	ENCOURAGEMENT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altLang="zh-CN" sz="1800" dirty="0"/>
              <a:t>	‘You should eat more/less.’ (Mandarin)</a:t>
            </a:r>
            <a:endParaRPr lang="en-GB" sz="18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4E7C8D6-6020-7E40-4C77-E1FEB3107FCE}"/>
              </a:ext>
            </a:extLst>
          </p:cNvPr>
          <p:cNvSpPr txBox="1">
            <a:spLocks/>
          </p:cNvSpPr>
          <p:nvPr/>
        </p:nvSpPr>
        <p:spPr>
          <a:xfrm>
            <a:off x="0" y="5723772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altLang="zh-CN" sz="1800" dirty="0"/>
              <a:t>	</a:t>
            </a:r>
            <a:r>
              <a:rPr lang="zh-CN" altLang="en-US" sz="1800" dirty="0"/>
              <a:t>你</a:t>
            </a:r>
            <a:r>
              <a:rPr lang="en-GB" altLang="zh-CN" sz="1800" dirty="0"/>
              <a:t>					</a:t>
            </a:r>
            <a:r>
              <a:rPr lang="zh-CN" altLang="en-US" sz="1800" dirty="0"/>
              <a:t>食</a:t>
            </a:r>
            <a:r>
              <a:rPr lang="en-GB" altLang="zh-CN" sz="1800" dirty="0"/>
              <a:t>		</a:t>
            </a:r>
            <a:r>
              <a:rPr lang="zh-CN" altLang="en-US" sz="1800" b="1" dirty="0"/>
              <a:t>多</a:t>
            </a:r>
            <a:r>
              <a:rPr lang="en-GB" altLang="zh-CN" sz="1800" b="1" dirty="0"/>
              <a:t>/</a:t>
            </a:r>
            <a:r>
              <a:rPr lang="zh-CN" altLang="en-US" sz="1800" b="1" dirty="0"/>
              <a:t>少   </a:t>
            </a:r>
            <a:r>
              <a:rPr lang="en-GB" altLang="zh-CN" sz="1800" dirty="0"/>
              <a:t>d	</a:t>
            </a:r>
            <a:r>
              <a:rPr lang="zh-CN" altLang="en-US" sz="1800" dirty="0"/>
              <a:t>啦</a:t>
            </a:r>
            <a:endParaRPr lang="en-GB" altLang="zh-CN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800" dirty="0"/>
              <a:t>	</a:t>
            </a:r>
            <a:r>
              <a:rPr lang="en-GB" sz="1800" dirty="0" err="1"/>
              <a:t>nei</a:t>
            </a:r>
            <a:r>
              <a:rPr lang="en-GB" sz="1800" dirty="0"/>
              <a:t>					</a:t>
            </a:r>
            <a:r>
              <a:rPr lang="en-GB" sz="1800" dirty="0" err="1"/>
              <a:t>sik</a:t>
            </a:r>
            <a:r>
              <a:rPr lang="en-GB" sz="1800" dirty="0"/>
              <a:t>		do/</a:t>
            </a:r>
            <a:r>
              <a:rPr lang="en-GB" sz="1800" dirty="0" err="1"/>
              <a:t>siu</a:t>
            </a:r>
            <a:r>
              <a:rPr lang="en-GB" sz="1800" dirty="0"/>
              <a:t>  d	la</a:t>
            </a:r>
            <a:endParaRPr lang="en-US" altLang="zh-CN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/>
              <a:t>	I					eat		more/less bit ENCOURAGEMENT</a:t>
            </a:r>
            <a:endParaRPr lang="en-GB" sz="18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B6C326-B9DF-AF1A-191D-57A2F85D37D0}"/>
              </a:ext>
            </a:extLst>
          </p:cNvPr>
          <p:cNvSpPr txBox="1">
            <a:spLocks/>
          </p:cNvSpPr>
          <p:nvPr/>
        </p:nvSpPr>
        <p:spPr>
          <a:xfrm>
            <a:off x="9445154" y="1013356"/>
            <a:ext cx="303779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altLang="zh-CN" sz="1800" dirty="0"/>
              <a:t>Adverb + verb phrase (Mandarin) vs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altLang="zh-CN" sz="1800" dirty="0"/>
              <a:t>Verb phrase + adverb (Cantonese)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dirty="0"/>
              <a:t>先 </a:t>
            </a:r>
            <a:r>
              <a:rPr lang="en-GB" altLang="zh-CN" sz="1800" dirty="0"/>
              <a:t>+ verb phrase (e.g. </a:t>
            </a:r>
            <a:r>
              <a:rPr lang="zh-CN" altLang="en-US" sz="1800" dirty="0"/>
              <a:t>喝酒</a:t>
            </a:r>
            <a:r>
              <a:rPr lang="en-GB" altLang="zh-CN" sz="1800" dirty="0"/>
              <a:t>) (Mandarin) vs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altLang="zh-CN" sz="1800" dirty="0"/>
              <a:t>verb phrase (</a:t>
            </a:r>
            <a:r>
              <a:rPr lang="zh-CN" altLang="en-US" sz="1800" dirty="0"/>
              <a:t>飲酒</a:t>
            </a:r>
            <a:r>
              <a:rPr lang="en-GB" altLang="zh-CN" sz="1800" dirty="0"/>
              <a:t>) + </a:t>
            </a:r>
            <a:r>
              <a:rPr lang="zh-CN" altLang="en-US" sz="1800" dirty="0"/>
              <a:t>先 </a:t>
            </a:r>
            <a:r>
              <a:rPr lang="en-GB" altLang="zh-CN" sz="1800" dirty="0"/>
              <a:t>(</a:t>
            </a:r>
            <a:r>
              <a:rPr lang="en-US" altLang="zh-CN" sz="1800" dirty="0"/>
              <a:t>Cantonese)</a:t>
            </a:r>
            <a:endParaRPr lang="en-GB" sz="1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74AB2EB-A2AF-1510-507D-82B993D0B2D4}"/>
              </a:ext>
            </a:extLst>
          </p:cNvPr>
          <p:cNvSpPr txBox="1">
            <a:spLocks/>
          </p:cNvSpPr>
          <p:nvPr/>
        </p:nvSpPr>
        <p:spPr>
          <a:xfrm>
            <a:off x="10331116" y="3587383"/>
            <a:ext cx="186088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altLang="zh-CN" sz="1800" dirty="0"/>
              <a:t>Adv (quantity) + verb (Mandarin) vs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/>
              <a:t>Verb + </a:t>
            </a:r>
            <a:r>
              <a:rPr lang="en-US" altLang="zh-CN" sz="1800" dirty="0" err="1"/>
              <a:t>adve</a:t>
            </a:r>
            <a:r>
              <a:rPr lang="en-GB" altLang="zh-CN" sz="1800" dirty="0" err="1"/>
              <a:t>rb</a:t>
            </a:r>
            <a:r>
              <a:rPr lang="zh-CN" altLang="en-US" sz="1800" dirty="0"/>
              <a:t> </a:t>
            </a:r>
            <a:r>
              <a:rPr lang="en-GB" altLang="zh-CN" sz="1800" dirty="0"/>
              <a:t>(quantity)</a:t>
            </a:r>
            <a:r>
              <a:rPr lang="zh-CN" altLang="en-US" sz="1800" dirty="0"/>
              <a:t> </a:t>
            </a:r>
            <a:r>
              <a:rPr lang="en-GB" altLang="zh-CN" sz="1800" dirty="0"/>
              <a:t>(Cantonese)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dirty="0"/>
              <a:t>多</a:t>
            </a:r>
            <a:r>
              <a:rPr lang="en-GB" altLang="zh-CN" sz="1800" dirty="0"/>
              <a:t>/</a:t>
            </a:r>
            <a:r>
              <a:rPr lang="zh-CN" altLang="en-US" sz="1800" dirty="0"/>
              <a:t>少吃 </a:t>
            </a:r>
            <a:r>
              <a:rPr lang="en-GB" altLang="zh-CN" sz="1800" dirty="0"/>
              <a:t>(Mandarin) vs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dirty="0"/>
              <a:t>食多</a:t>
            </a:r>
            <a:r>
              <a:rPr lang="en-GB" altLang="zh-CN" sz="1800" dirty="0"/>
              <a:t>/</a:t>
            </a:r>
            <a:r>
              <a:rPr lang="zh-CN" altLang="en-US" sz="1800" dirty="0"/>
              <a:t>少 </a:t>
            </a:r>
            <a:r>
              <a:rPr lang="en-GB" altLang="zh-CN" sz="1800" dirty="0"/>
              <a:t>(Cantonese)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957250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/>
      <p:bldP spid="13" grpId="0"/>
      <p:bldP spid="7" grpId="0"/>
      <p:bldP spid="8" grpId="0"/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1C4E1-0D0A-97A3-2555-B796085F5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/>
              <a:t>Mandarin vs Cantonese (noun)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4DC8F-5717-B8F1-EACE-47F227A7B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58522"/>
            <a:ext cx="12192000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D	Possessor	</a:t>
            </a:r>
            <a:r>
              <a:rPr lang="en-GB" dirty="0" err="1"/>
              <a:t>Poss</a:t>
            </a:r>
            <a:r>
              <a:rPr lang="en-GB" dirty="0"/>
              <a:t>	Dem	Q	</a:t>
            </a:r>
            <a:r>
              <a:rPr lang="en-GB" dirty="0" err="1"/>
              <a:t>Num</a:t>
            </a:r>
            <a:r>
              <a:rPr lang="en-GB" dirty="0"/>
              <a:t>	CL	Mod	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8E5C036-6573-1BFF-3E08-C92F0D300C7C}"/>
              </a:ext>
            </a:extLst>
          </p:cNvPr>
          <p:cNvSpPr txBox="1">
            <a:spLocks/>
          </p:cNvSpPr>
          <p:nvPr/>
        </p:nvSpPr>
        <p:spPr>
          <a:xfrm>
            <a:off x="0" y="1418827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altLang="zh-CN" sz="1800" dirty="0"/>
              <a:t>	</a:t>
            </a:r>
            <a:r>
              <a:rPr lang="zh-CN" altLang="en-US" sz="1800" dirty="0"/>
              <a:t>這</a:t>
            </a:r>
            <a:r>
              <a:rPr lang="en-GB" altLang="zh-CN" sz="1800" dirty="0"/>
              <a:t>/</a:t>
            </a:r>
            <a:r>
              <a:rPr lang="zh-CN" altLang="en-US" sz="1800" dirty="0"/>
              <a:t>那</a:t>
            </a:r>
            <a:r>
              <a:rPr lang="en-GB" altLang="zh-CN" sz="1800" dirty="0"/>
              <a:t>						</a:t>
            </a:r>
            <a:r>
              <a:rPr lang="zh-CN" altLang="en-US" sz="1800" dirty="0"/>
              <a:t>所</a:t>
            </a:r>
            <a:r>
              <a:rPr lang="en-GB" altLang="zh-CN" sz="1800" dirty="0"/>
              <a:t>	</a:t>
            </a:r>
            <a:r>
              <a:rPr lang="zh-CN" altLang="en-US" sz="1800" dirty="0"/>
              <a:t>很高</a:t>
            </a:r>
            <a:r>
              <a:rPr lang="en-GB" altLang="zh-CN" sz="1800" dirty="0"/>
              <a:t>	</a:t>
            </a:r>
            <a:r>
              <a:rPr lang="zh-CN" altLang="en-US" sz="1800" dirty="0"/>
              <a:t>的</a:t>
            </a:r>
            <a:r>
              <a:rPr lang="en-GB" altLang="zh-CN" sz="1800" dirty="0"/>
              <a:t>	</a:t>
            </a:r>
            <a:r>
              <a:rPr lang="zh-CN" altLang="en-US" sz="1800" dirty="0"/>
              <a:t>房子</a:t>
            </a:r>
            <a:endParaRPr lang="en-GB" altLang="zh-CN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altLang="zh-CN" sz="1800" dirty="0"/>
              <a:t>	</a:t>
            </a:r>
            <a:r>
              <a:rPr lang="en-GB" altLang="zh-CN" sz="1800" dirty="0" err="1"/>
              <a:t>na</a:t>
            </a:r>
            <a:r>
              <a:rPr lang="en-GB" altLang="zh-CN" sz="1800" dirty="0"/>
              <a:t>/</a:t>
            </a:r>
            <a:r>
              <a:rPr lang="en-GB" altLang="zh-CN" sz="1800" dirty="0" err="1"/>
              <a:t>zhe</a:t>
            </a:r>
            <a:r>
              <a:rPr lang="en-GB" altLang="zh-CN" sz="1800" dirty="0"/>
              <a:t>						</a:t>
            </a:r>
            <a:r>
              <a:rPr lang="en-GB" altLang="zh-CN" sz="1800" dirty="0" err="1"/>
              <a:t>suo</a:t>
            </a:r>
            <a:r>
              <a:rPr lang="en-GB" altLang="zh-CN" sz="1800" dirty="0"/>
              <a:t>	</a:t>
            </a:r>
            <a:r>
              <a:rPr lang="en-GB" altLang="zh-CN" sz="1800" dirty="0" err="1"/>
              <a:t>hengao</a:t>
            </a:r>
            <a:r>
              <a:rPr lang="en-GB" altLang="zh-CN" sz="1800" dirty="0"/>
              <a:t>	de	</a:t>
            </a:r>
            <a:r>
              <a:rPr lang="en-GB" altLang="zh-CN" sz="1800" dirty="0" err="1"/>
              <a:t>fangzi</a:t>
            </a:r>
            <a:endParaRPr lang="en-GB" altLang="zh-CN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altLang="zh-CN" sz="1800" dirty="0"/>
              <a:t>	this/that						CL	</a:t>
            </a:r>
            <a:r>
              <a:rPr lang="en-GB" altLang="zh-CN" sz="1800" dirty="0" err="1"/>
              <a:t>very.tall</a:t>
            </a:r>
            <a:r>
              <a:rPr lang="en-GB" altLang="zh-CN" sz="1800" dirty="0"/>
              <a:t>	DE	house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altLang="zh-CN" sz="1800" dirty="0"/>
              <a:t>	‘This/that very tall house’ &gt; ‘The very tall house.’ </a:t>
            </a:r>
          </a:p>
          <a:p>
            <a:pPr marL="0" indent="0">
              <a:buNone/>
            </a:pPr>
            <a:r>
              <a:rPr lang="en-GB" altLang="zh-CN" sz="1800" dirty="0"/>
              <a:t>	(</a:t>
            </a:r>
            <a:r>
              <a:rPr lang="zh-CN" altLang="en-US" sz="1800" dirty="0"/>
              <a:t>呢</a:t>
            </a:r>
            <a:r>
              <a:rPr lang="en-GB" altLang="zh-CN" sz="1800" dirty="0"/>
              <a:t>/</a:t>
            </a:r>
            <a:r>
              <a:rPr lang="zh-CN" altLang="en-US" sz="1800" dirty="0"/>
              <a:t>個</a:t>
            </a:r>
            <a:r>
              <a:rPr lang="en-GB" altLang="zh-CN" sz="1800" dirty="0"/>
              <a:t>)						</a:t>
            </a:r>
            <a:r>
              <a:rPr lang="zh-CN" altLang="en-US" sz="1800" dirty="0"/>
              <a:t>間</a:t>
            </a:r>
            <a:r>
              <a:rPr lang="en-GB" altLang="zh-CN" sz="1800" dirty="0"/>
              <a:t>	</a:t>
            </a:r>
            <a:r>
              <a:rPr lang="zh-CN" altLang="en-US" sz="1800" dirty="0"/>
              <a:t>好高</a:t>
            </a:r>
            <a:r>
              <a:rPr lang="en-GB" altLang="zh-CN" sz="1800" dirty="0"/>
              <a:t>	</a:t>
            </a:r>
            <a:r>
              <a:rPr lang="zh-CN" altLang="en-US" sz="1800" dirty="0"/>
              <a:t>嘅</a:t>
            </a:r>
            <a:r>
              <a:rPr lang="en-GB" altLang="zh-CN" sz="1800" dirty="0"/>
              <a:t>	</a:t>
            </a:r>
            <a:r>
              <a:rPr lang="zh-CN" altLang="en-US" sz="1800" dirty="0"/>
              <a:t>屋</a:t>
            </a:r>
            <a:endParaRPr lang="en-GB" altLang="zh-CN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altLang="zh-CN" sz="1800" dirty="0"/>
              <a:t>	</a:t>
            </a:r>
            <a:r>
              <a:rPr lang="en-US" altLang="zh-CN" sz="1800" dirty="0" err="1"/>
              <a:t>ni</a:t>
            </a:r>
            <a:r>
              <a:rPr lang="en-US" altLang="zh-CN" sz="1800" dirty="0"/>
              <a:t>/go						</a:t>
            </a:r>
            <a:r>
              <a:rPr lang="en-US" altLang="zh-CN" sz="1800" dirty="0" err="1"/>
              <a:t>gaan</a:t>
            </a:r>
            <a:r>
              <a:rPr lang="en-US" altLang="zh-CN" sz="1800" dirty="0"/>
              <a:t>	</a:t>
            </a:r>
            <a:r>
              <a:rPr lang="en-US" altLang="zh-CN" sz="1800" dirty="0" err="1"/>
              <a:t>hougou</a:t>
            </a:r>
            <a:r>
              <a:rPr lang="en-US" altLang="zh-CN" sz="1800" dirty="0"/>
              <a:t>	</a:t>
            </a:r>
            <a:r>
              <a:rPr lang="en-US" altLang="zh-CN" sz="1800" dirty="0" err="1"/>
              <a:t>ge</a:t>
            </a:r>
            <a:r>
              <a:rPr lang="en-US" altLang="zh-CN" sz="1800" dirty="0"/>
              <a:t>	</a:t>
            </a:r>
            <a:r>
              <a:rPr lang="en-US" altLang="zh-CN" sz="1800" dirty="0" err="1"/>
              <a:t>nguk</a:t>
            </a:r>
            <a:endParaRPr lang="en-US" altLang="zh-CN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/>
              <a:t>	this/that						CL	</a:t>
            </a:r>
            <a:r>
              <a:rPr lang="en-US" altLang="zh-CN" sz="1800" dirty="0" err="1"/>
              <a:t>very.tall</a:t>
            </a:r>
            <a:r>
              <a:rPr lang="en-US" altLang="zh-CN" sz="1800" dirty="0"/>
              <a:t>	GE	house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800" dirty="0"/>
              <a:t>	‘This/that very tall house’/’The very tall house’ (</a:t>
            </a:r>
            <a:r>
              <a:rPr lang="zh-CN" altLang="en-US" sz="1800" dirty="0"/>
              <a:t>間好高屋</a:t>
            </a:r>
            <a:r>
              <a:rPr lang="en-GB" altLang="zh-CN" sz="1800" dirty="0"/>
              <a:t>)</a:t>
            </a:r>
            <a:endParaRPr lang="en-GB" sz="1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9C6AD71-45DC-3150-071A-A7D653A972CB}"/>
              </a:ext>
            </a:extLst>
          </p:cNvPr>
          <p:cNvSpPr txBox="1">
            <a:spLocks/>
          </p:cNvSpPr>
          <p:nvPr/>
        </p:nvSpPr>
        <p:spPr>
          <a:xfrm>
            <a:off x="0" y="4682330"/>
            <a:ext cx="12192000" cy="2175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altLang="zh-CN" sz="1800" dirty="0"/>
              <a:t>	DEM CL Mod N (Mandarin) vs (DEM) CL Mod N (Cantonese)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altLang="zh-CN" sz="1800" dirty="0"/>
              <a:t>	</a:t>
            </a:r>
            <a:r>
              <a:rPr lang="zh-CN" altLang="en-US" sz="1800" dirty="0"/>
              <a:t>這</a:t>
            </a:r>
            <a:r>
              <a:rPr lang="en-GB" altLang="zh-CN" sz="1800" dirty="0"/>
              <a:t>/</a:t>
            </a:r>
            <a:r>
              <a:rPr lang="zh-CN" altLang="en-US" sz="1800" dirty="0"/>
              <a:t>那所很高的房子 </a:t>
            </a:r>
            <a:r>
              <a:rPr lang="en-GB" altLang="zh-CN" sz="1800" dirty="0"/>
              <a:t>(Mandarin) vs (</a:t>
            </a:r>
            <a:r>
              <a:rPr lang="zh-CN" altLang="en-US" sz="1800" dirty="0"/>
              <a:t>呢個</a:t>
            </a:r>
            <a:r>
              <a:rPr lang="en-GB" altLang="zh-CN" sz="1800" dirty="0"/>
              <a:t>)</a:t>
            </a:r>
            <a:r>
              <a:rPr lang="zh-CN" altLang="en-US" sz="1800" dirty="0"/>
              <a:t>間好高屋 </a:t>
            </a:r>
            <a:r>
              <a:rPr lang="en-GB" altLang="zh-CN" sz="1800" dirty="0"/>
              <a:t>(Cantonese) (CL-initial : CL moves to D)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368499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54F20-AB4F-8AAB-9C03-A1FE5E105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GB" dirty="0"/>
              <a:t>Conclusion: Chinese Linguistics and </a:t>
            </a:r>
            <a:r>
              <a:rPr lang="en-US" altLang="zh-CN" dirty="0"/>
              <a:t>Teaching Chinese as a Second Language (CSL)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10F32-ADFF-31F3-EC0F-1CB8BDE02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Formal parametric/cartographic analysis of Chinese (Mandarin/Cantonese):</a:t>
            </a:r>
            <a:r>
              <a:rPr lang="zh-CN" altLang="en-US" dirty="0"/>
              <a:t> 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9035679-DE8A-2446-1522-868F96A5DB3C}"/>
              </a:ext>
            </a:extLst>
          </p:cNvPr>
          <p:cNvSpPr txBox="1">
            <a:spLocks/>
          </p:cNvSpPr>
          <p:nvPr/>
        </p:nvSpPr>
        <p:spPr>
          <a:xfrm>
            <a:off x="0" y="4229994"/>
            <a:ext cx="12192000" cy="2103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Research into Chinese Language/Linguistics  </a:t>
            </a:r>
            <a:r>
              <a:rPr lang="en-GB" dirty="0">
                <a:sym typeface="Wingdings" panose="05000000000000000000" pitchFamily="2" charset="2"/>
              </a:rPr>
              <a:t> Teaching of Chinese to foreigners 									(CSL)</a:t>
            </a:r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23D2759-26BE-7CE6-1808-75F7C0EAA426}"/>
              </a:ext>
            </a:extLst>
          </p:cNvPr>
          <p:cNvSpPr txBox="1">
            <a:spLocks/>
          </p:cNvSpPr>
          <p:nvPr/>
        </p:nvSpPr>
        <p:spPr>
          <a:xfrm>
            <a:off x="0" y="2054325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Mandarin:						Cantonese: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dirty="0"/>
              <a:t>先 </a:t>
            </a:r>
            <a:r>
              <a:rPr lang="en-GB" altLang="zh-CN" sz="2400" dirty="0"/>
              <a:t>‘before’ + verb phrase				verb phrase + </a:t>
            </a:r>
            <a:r>
              <a:rPr lang="zh-CN" altLang="en-US" sz="2400" dirty="0"/>
              <a:t>先 </a:t>
            </a:r>
            <a:r>
              <a:rPr lang="en-GB" altLang="zh-CN" sz="2400" dirty="0"/>
              <a:t>‘before’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dirty="0"/>
              <a:t>多</a:t>
            </a:r>
            <a:r>
              <a:rPr lang="en-GB" altLang="zh-CN" sz="2400" dirty="0"/>
              <a:t>/</a:t>
            </a:r>
            <a:r>
              <a:rPr lang="zh-CN" altLang="en-US" sz="2400" dirty="0"/>
              <a:t>少 </a:t>
            </a:r>
            <a:r>
              <a:rPr lang="en-GB" altLang="zh-CN" sz="2400" dirty="0"/>
              <a:t>‘more/less’ + verb				verb + </a:t>
            </a:r>
            <a:r>
              <a:rPr lang="zh-CN" altLang="en-US" sz="2400" dirty="0"/>
              <a:t>多</a:t>
            </a:r>
            <a:r>
              <a:rPr lang="en-GB" altLang="zh-CN" sz="2400" dirty="0"/>
              <a:t>/</a:t>
            </a:r>
            <a:r>
              <a:rPr lang="zh-CN" altLang="en-US" sz="2400" dirty="0"/>
              <a:t>少 </a:t>
            </a:r>
            <a:r>
              <a:rPr lang="en-GB" altLang="zh-CN" sz="2400" dirty="0"/>
              <a:t>‘more/less’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400" dirty="0"/>
              <a:t>DEM (</a:t>
            </a:r>
            <a:r>
              <a:rPr lang="zh-CN" altLang="en-US" sz="2400" dirty="0"/>
              <a:t>這</a:t>
            </a:r>
            <a:r>
              <a:rPr lang="en-GB" altLang="zh-CN" sz="2400" dirty="0"/>
              <a:t>/</a:t>
            </a:r>
            <a:r>
              <a:rPr lang="zh-CN" altLang="en-US" sz="2400" dirty="0"/>
              <a:t>那 </a:t>
            </a:r>
            <a:r>
              <a:rPr lang="en-GB" altLang="zh-CN" sz="2400" dirty="0"/>
              <a:t>this/that) + CL + Mod + N		(DEM (</a:t>
            </a:r>
            <a:r>
              <a:rPr lang="zh-CN" altLang="en-US" sz="2400" dirty="0"/>
              <a:t>呢</a:t>
            </a:r>
            <a:r>
              <a:rPr lang="en-GB" altLang="zh-CN" sz="2400" dirty="0"/>
              <a:t>/</a:t>
            </a:r>
            <a:r>
              <a:rPr lang="zh-CN" altLang="en-US" sz="2400" dirty="0"/>
              <a:t>個</a:t>
            </a:r>
            <a:r>
              <a:rPr lang="en-GB" altLang="zh-CN" sz="2400" dirty="0"/>
              <a:t>)) + CL + Mod + N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814745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1650</Words>
  <Application>Microsoft Office PowerPoint</Application>
  <PresentationFormat>Widescreen</PresentationFormat>
  <Paragraphs>123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 Theme</vt:lpstr>
      <vt:lpstr>‘Human Connection and Linguistic Interfaces’: Book Launch at Independent Linguists Meet (ILM)</vt:lpstr>
      <vt:lpstr>Independent Linguists Meet (2025-)</vt:lpstr>
      <vt:lpstr>Independent Linguists Meet (2025-2026)</vt:lpstr>
      <vt:lpstr>‘Human Connection and Linguistic Interfaces’</vt:lpstr>
      <vt:lpstr>My Journey as a Linguist</vt:lpstr>
      <vt:lpstr>My education as a linguist</vt:lpstr>
      <vt:lpstr>My training as a linguist</vt:lpstr>
      <vt:lpstr>Chinese dialectal parameterisation: Mandarin vs Cantonese (and more)</vt:lpstr>
      <vt:lpstr>Clause (Chinese dialects)</vt:lpstr>
      <vt:lpstr>Mandarin vs Cantonese (noun)</vt:lpstr>
      <vt:lpstr>Conclusion: Chinese Linguistics and Teaching Chinese as a Second Language (CSL)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Keith Tse</dc:creator>
  <cp:lastModifiedBy>Keith Tse</cp:lastModifiedBy>
  <cp:revision>1</cp:revision>
  <dcterms:created xsi:type="dcterms:W3CDTF">2026-04-10T16:20:32Z</dcterms:created>
  <dcterms:modified xsi:type="dcterms:W3CDTF">2026-04-10T22:12:56Z</dcterms:modified>
</cp:coreProperties>
</file>